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2" r:id="rId4"/>
    <p:sldId id="257" r:id="rId5"/>
    <p:sldId id="260" r:id="rId6"/>
    <p:sldId id="261" r:id="rId7"/>
    <p:sldId id="263" r:id="rId8"/>
    <p:sldId id="259" r:id="rId9"/>
    <p:sldId id="266" r:id="rId10"/>
    <p:sldId id="265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6C2"/>
    <a:srgbClr val="535360"/>
    <a:srgbClr val="04A8C7"/>
    <a:srgbClr val="0EE8F5"/>
    <a:srgbClr val="06C5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/>
    <p:restoredTop sz="93212"/>
  </p:normalViewPr>
  <p:slideViewPr>
    <p:cSldViewPr>
      <p:cViewPr varScale="1">
        <p:scale>
          <a:sx n="88" d="100"/>
          <a:sy n="88" d="100"/>
        </p:scale>
        <p:origin x="184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22716E-9FFC-F143-8BF5-D7A68F143856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</dgm:pt>
    <dgm:pt modelId="{0E0409D7-6103-8248-B256-F748080DD3F6}">
      <dgm:prSet phldrT="[テキスト]" custT="1"/>
      <dgm:spPr>
        <a:solidFill>
          <a:srgbClr val="04A8C7"/>
        </a:solidFill>
      </dgm:spPr>
      <dgm:t>
        <a:bodyPr/>
        <a:lstStyle/>
        <a:p>
          <a:r>
            <a:rPr kumimoji="1" lang="en-US" altLang="en-US" sz="2800" dirty="0">
              <a:latin typeface="ACADEMY ENGRAVED LET PLAIN:1.0" panose="02000000000000000000" pitchFamily="2" charset="0"/>
            </a:rPr>
            <a:t>A period of time to think about your life</a:t>
          </a:r>
          <a:endParaRPr kumimoji="1" lang="ja-JP" altLang="en-US" sz="2800">
            <a:latin typeface="ACADEMY ENGRAVED LET PLAIN:1.0" panose="02000000000000000000" pitchFamily="2" charset="0"/>
          </a:endParaRPr>
        </a:p>
      </dgm:t>
    </dgm:pt>
    <dgm:pt modelId="{61BCFF11-3AC4-7E44-86DE-6183C516A0A4}" type="parTrans" cxnId="{5632C274-58A2-AE46-8025-CF346A529769}">
      <dgm:prSet/>
      <dgm:spPr/>
      <dgm:t>
        <a:bodyPr/>
        <a:lstStyle/>
        <a:p>
          <a:endParaRPr kumimoji="1" lang="ja-JP" altLang="en-US"/>
        </a:p>
      </dgm:t>
    </dgm:pt>
    <dgm:pt modelId="{5DEB08C5-6B0C-5A44-B62F-F6E844EF5A4D}" type="sibTrans" cxnId="{5632C274-58A2-AE46-8025-CF346A529769}">
      <dgm:prSet/>
      <dgm:spPr>
        <a:solidFill>
          <a:srgbClr val="B9B6C2"/>
        </a:solidFill>
      </dgm:spPr>
      <dgm:t>
        <a:bodyPr/>
        <a:lstStyle/>
        <a:p>
          <a:endParaRPr kumimoji="1" lang="ja-JP" altLang="en-US"/>
        </a:p>
      </dgm:t>
    </dgm:pt>
    <dgm:pt modelId="{994C1F9B-0711-C142-9805-B63F51FAA04C}">
      <dgm:prSet custT="1"/>
      <dgm:spPr>
        <a:solidFill>
          <a:srgbClr val="0EE8F5"/>
        </a:solidFill>
      </dgm:spPr>
      <dgm:t>
        <a:bodyPr/>
        <a:lstStyle/>
        <a:p>
          <a:r>
            <a:rPr kumimoji="1" lang="en-US" altLang="en-US" sz="2800" dirty="0">
              <a:latin typeface="ACADEMY ENGRAVED LET PLAIN:1.0" panose="02000000000000000000" pitchFamily="2" charset="0"/>
            </a:rPr>
            <a:t>High School Graduation</a:t>
          </a:r>
          <a:endParaRPr kumimoji="1" lang="ja-JP" altLang="en-US" sz="2800">
            <a:latin typeface="ACADEMY ENGRAVED LET PLAIN:1.0" panose="02000000000000000000" pitchFamily="2" charset="0"/>
          </a:endParaRPr>
        </a:p>
      </dgm:t>
    </dgm:pt>
    <dgm:pt modelId="{79188517-8F88-0749-82D0-57CDD36077FC}" type="parTrans" cxnId="{F35EFDED-73DF-9542-8AF0-91C036BC6230}">
      <dgm:prSet/>
      <dgm:spPr/>
      <dgm:t>
        <a:bodyPr/>
        <a:lstStyle/>
        <a:p>
          <a:endParaRPr kumimoji="1" lang="ja-JP" altLang="en-US"/>
        </a:p>
      </dgm:t>
    </dgm:pt>
    <dgm:pt modelId="{CA664777-E753-1047-A231-19816DDF680C}" type="sibTrans" cxnId="{F35EFDED-73DF-9542-8AF0-91C036BC6230}">
      <dgm:prSet/>
      <dgm:spPr>
        <a:solidFill>
          <a:srgbClr val="B9B6C2"/>
        </a:solidFill>
      </dgm:spPr>
      <dgm:t>
        <a:bodyPr/>
        <a:lstStyle/>
        <a:p>
          <a:endParaRPr kumimoji="1" lang="ja-JP" altLang="en-US"/>
        </a:p>
      </dgm:t>
    </dgm:pt>
    <dgm:pt modelId="{0A592DD0-F62A-7148-B5E5-BC7E24C58D99}">
      <dgm:prSet custT="1"/>
      <dgm:spPr>
        <a:solidFill>
          <a:srgbClr val="535360"/>
        </a:solidFill>
      </dgm:spPr>
      <dgm:t>
        <a:bodyPr/>
        <a:lstStyle/>
        <a:p>
          <a:r>
            <a:rPr lang="en-US" sz="2800" dirty="0">
              <a:latin typeface="ACADEMY ENGRAVED LET PLAIN:1.0" panose="02000000000000000000" pitchFamily="2" charset="0"/>
            </a:rPr>
            <a:t>Entered DHU</a:t>
          </a:r>
          <a:endParaRPr lang="ja-JP" altLang="en-US" sz="2800">
            <a:latin typeface="ACADEMY ENGRAVED LET PLAIN:1.0" panose="02000000000000000000" pitchFamily="2" charset="0"/>
          </a:endParaRPr>
        </a:p>
      </dgm:t>
    </dgm:pt>
    <dgm:pt modelId="{7410489A-54C0-C749-AAE8-C9F36083A242}" type="parTrans" cxnId="{6CFE9545-F21F-154E-B446-8B8F63841FB0}">
      <dgm:prSet/>
      <dgm:spPr/>
      <dgm:t>
        <a:bodyPr/>
        <a:lstStyle/>
        <a:p>
          <a:endParaRPr kumimoji="1" lang="ja-JP" altLang="en-US"/>
        </a:p>
      </dgm:t>
    </dgm:pt>
    <dgm:pt modelId="{A87C482D-0F10-4746-9FBA-470157ABC3E2}" type="sibTrans" cxnId="{6CFE9545-F21F-154E-B446-8B8F63841FB0}">
      <dgm:prSet/>
      <dgm:spPr/>
      <dgm:t>
        <a:bodyPr/>
        <a:lstStyle/>
        <a:p>
          <a:endParaRPr kumimoji="1" lang="ja-JP" altLang="en-US"/>
        </a:p>
      </dgm:t>
    </dgm:pt>
    <dgm:pt modelId="{086C69E7-135A-ED43-92BD-B53ADBE948C9}" type="pres">
      <dgm:prSet presAssocID="{B422716E-9FFC-F143-8BF5-D7A68F143856}" presName="outerComposite" presStyleCnt="0">
        <dgm:presLayoutVars>
          <dgm:chMax val="5"/>
          <dgm:dir/>
          <dgm:resizeHandles val="exact"/>
        </dgm:presLayoutVars>
      </dgm:prSet>
      <dgm:spPr/>
    </dgm:pt>
    <dgm:pt modelId="{01D206B6-8E19-BE4F-A00D-FBE386AE5844}" type="pres">
      <dgm:prSet presAssocID="{B422716E-9FFC-F143-8BF5-D7A68F143856}" presName="dummyMaxCanvas" presStyleCnt="0">
        <dgm:presLayoutVars/>
      </dgm:prSet>
      <dgm:spPr/>
    </dgm:pt>
    <dgm:pt modelId="{446490BB-AE72-214A-A7BE-C4324A337C48}" type="pres">
      <dgm:prSet presAssocID="{B422716E-9FFC-F143-8BF5-D7A68F143856}" presName="ThreeNodes_1" presStyleLbl="node1" presStyleIdx="0" presStyleCnt="3">
        <dgm:presLayoutVars>
          <dgm:bulletEnabled val="1"/>
        </dgm:presLayoutVars>
      </dgm:prSet>
      <dgm:spPr/>
    </dgm:pt>
    <dgm:pt modelId="{8FDC05F7-D0A9-204A-BBE2-2AD6F0AD6D8D}" type="pres">
      <dgm:prSet presAssocID="{B422716E-9FFC-F143-8BF5-D7A68F143856}" presName="ThreeNodes_2" presStyleLbl="node1" presStyleIdx="1" presStyleCnt="3">
        <dgm:presLayoutVars>
          <dgm:bulletEnabled val="1"/>
        </dgm:presLayoutVars>
      </dgm:prSet>
      <dgm:spPr/>
    </dgm:pt>
    <dgm:pt modelId="{3E9BD8AE-3412-194E-A51F-875D9968065E}" type="pres">
      <dgm:prSet presAssocID="{B422716E-9FFC-F143-8BF5-D7A68F143856}" presName="ThreeNodes_3" presStyleLbl="node1" presStyleIdx="2" presStyleCnt="3">
        <dgm:presLayoutVars>
          <dgm:bulletEnabled val="1"/>
        </dgm:presLayoutVars>
      </dgm:prSet>
      <dgm:spPr/>
    </dgm:pt>
    <dgm:pt modelId="{D534061C-2793-1D47-AFB8-EB51DB927386}" type="pres">
      <dgm:prSet presAssocID="{B422716E-9FFC-F143-8BF5-D7A68F143856}" presName="ThreeConn_1-2" presStyleLbl="fgAccFollowNode1" presStyleIdx="0" presStyleCnt="2">
        <dgm:presLayoutVars>
          <dgm:bulletEnabled val="1"/>
        </dgm:presLayoutVars>
      </dgm:prSet>
      <dgm:spPr/>
    </dgm:pt>
    <dgm:pt modelId="{C108FA9A-EED9-504E-93CE-68E390B323C4}" type="pres">
      <dgm:prSet presAssocID="{B422716E-9FFC-F143-8BF5-D7A68F143856}" presName="ThreeConn_2-3" presStyleLbl="fgAccFollowNode1" presStyleIdx="1" presStyleCnt="2">
        <dgm:presLayoutVars>
          <dgm:bulletEnabled val="1"/>
        </dgm:presLayoutVars>
      </dgm:prSet>
      <dgm:spPr/>
    </dgm:pt>
    <dgm:pt modelId="{8BA29C5C-78EC-9840-8916-2F9DF4C2C687}" type="pres">
      <dgm:prSet presAssocID="{B422716E-9FFC-F143-8BF5-D7A68F143856}" presName="ThreeNodes_1_text" presStyleLbl="node1" presStyleIdx="2" presStyleCnt="3">
        <dgm:presLayoutVars>
          <dgm:bulletEnabled val="1"/>
        </dgm:presLayoutVars>
      </dgm:prSet>
      <dgm:spPr/>
    </dgm:pt>
    <dgm:pt modelId="{956EECF2-4F23-704C-BF18-8F81440AD190}" type="pres">
      <dgm:prSet presAssocID="{B422716E-9FFC-F143-8BF5-D7A68F143856}" presName="ThreeNodes_2_text" presStyleLbl="node1" presStyleIdx="2" presStyleCnt="3">
        <dgm:presLayoutVars>
          <dgm:bulletEnabled val="1"/>
        </dgm:presLayoutVars>
      </dgm:prSet>
      <dgm:spPr/>
    </dgm:pt>
    <dgm:pt modelId="{6751A005-EA56-EE4A-8A37-8BF0EDDB5A5D}" type="pres">
      <dgm:prSet presAssocID="{B422716E-9FFC-F143-8BF5-D7A68F14385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24CD80F-F7BC-8644-B852-D2F4C76B2262}" type="presOf" srcId="{0A592DD0-F62A-7148-B5E5-BC7E24C58D99}" destId="{6751A005-EA56-EE4A-8A37-8BF0EDDB5A5D}" srcOrd="1" destOrd="0" presId="urn:microsoft.com/office/officeart/2005/8/layout/vProcess5"/>
    <dgm:cxn modelId="{6CFE9545-F21F-154E-B446-8B8F63841FB0}" srcId="{B422716E-9FFC-F143-8BF5-D7A68F143856}" destId="{0A592DD0-F62A-7148-B5E5-BC7E24C58D99}" srcOrd="2" destOrd="0" parTransId="{7410489A-54C0-C749-AAE8-C9F36083A242}" sibTransId="{A87C482D-0F10-4746-9FBA-470157ABC3E2}"/>
    <dgm:cxn modelId="{0656F846-4517-304B-85E7-7BAD769EE93E}" type="presOf" srcId="{5DEB08C5-6B0C-5A44-B62F-F6E844EF5A4D}" destId="{C108FA9A-EED9-504E-93CE-68E390B323C4}" srcOrd="0" destOrd="0" presId="urn:microsoft.com/office/officeart/2005/8/layout/vProcess5"/>
    <dgm:cxn modelId="{F963924F-C2F6-4846-A6C3-B7B06008DB59}" type="presOf" srcId="{994C1F9B-0711-C142-9805-B63F51FAA04C}" destId="{446490BB-AE72-214A-A7BE-C4324A337C48}" srcOrd="0" destOrd="0" presId="urn:microsoft.com/office/officeart/2005/8/layout/vProcess5"/>
    <dgm:cxn modelId="{5632C274-58A2-AE46-8025-CF346A529769}" srcId="{B422716E-9FFC-F143-8BF5-D7A68F143856}" destId="{0E0409D7-6103-8248-B256-F748080DD3F6}" srcOrd="1" destOrd="0" parTransId="{61BCFF11-3AC4-7E44-86DE-6183C516A0A4}" sibTransId="{5DEB08C5-6B0C-5A44-B62F-F6E844EF5A4D}"/>
    <dgm:cxn modelId="{9749128C-D40D-E142-8C3D-76DD8BE89934}" type="presOf" srcId="{CA664777-E753-1047-A231-19816DDF680C}" destId="{D534061C-2793-1D47-AFB8-EB51DB927386}" srcOrd="0" destOrd="0" presId="urn:microsoft.com/office/officeart/2005/8/layout/vProcess5"/>
    <dgm:cxn modelId="{8933C09B-0300-7E41-8A21-C688D33C46C8}" type="presOf" srcId="{994C1F9B-0711-C142-9805-B63F51FAA04C}" destId="{8BA29C5C-78EC-9840-8916-2F9DF4C2C687}" srcOrd="1" destOrd="0" presId="urn:microsoft.com/office/officeart/2005/8/layout/vProcess5"/>
    <dgm:cxn modelId="{6041AEA6-9955-1544-8AE3-DA6BC04CB8A6}" type="presOf" srcId="{B422716E-9FFC-F143-8BF5-D7A68F143856}" destId="{086C69E7-135A-ED43-92BD-B53ADBE948C9}" srcOrd="0" destOrd="0" presId="urn:microsoft.com/office/officeart/2005/8/layout/vProcess5"/>
    <dgm:cxn modelId="{920168B0-67CB-A54E-B93C-6A2387E61064}" type="presOf" srcId="{0E0409D7-6103-8248-B256-F748080DD3F6}" destId="{8FDC05F7-D0A9-204A-BBE2-2AD6F0AD6D8D}" srcOrd="0" destOrd="0" presId="urn:microsoft.com/office/officeart/2005/8/layout/vProcess5"/>
    <dgm:cxn modelId="{7B57BEB5-CB61-8D4F-974A-1F41F2E94FB8}" type="presOf" srcId="{0A592DD0-F62A-7148-B5E5-BC7E24C58D99}" destId="{3E9BD8AE-3412-194E-A51F-875D9968065E}" srcOrd="0" destOrd="0" presId="urn:microsoft.com/office/officeart/2005/8/layout/vProcess5"/>
    <dgm:cxn modelId="{F35EFDED-73DF-9542-8AF0-91C036BC6230}" srcId="{B422716E-9FFC-F143-8BF5-D7A68F143856}" destId="{994C1F9B-0711-C142-9805-B63F51FAA04C}" srcOrd="0" destOrd="0" parTransId="{79188517-8F88-0749-82D0-57CDD36077FC}" sibTransId="{CA664777-E753-1047-A231-19816DDF680C}"/>
    <dgm:cxn modelId="{1AF2B4EE-601D-224D-8D98-BFC14E5D2414}" type="presOf" srcId="{0E0409D7-6103-8248-B256-F748080DD3F6}" destId="{956EECF2-4F23-704C-BF18-8F81440AD190}" srcOrd="1" destOrd="0" presId="urn:microsoft.com/office/officeart/2005/8/layout/vProcess5"/>
    <dgm:cxn modelId="{4B53E0C3-BF4B-A744-87E6-BAC6592A1D8E}" type="presParOf" srcId="{086C69E7-135A-ED43-92BD-B53ADBE948C9}" destId="{01D206B6-8E19-BE4F-A00D-FBE386AE5844}" srcOrd="0" destOrd="0" presId="urn:microsoft.com/office/officeart/2005/8/layout/vProcess5"/>
    <dgm:cxn modelId="{4760D707-0566-EB45-8D69-0AB916290983}" type="presParOf" srcId="{086C69E7-135A-ED43-92BD-B53ADBE948C9}" destId="{446490BB-AE72-214A-A7BE-C4324A337C48}" srcOrd="1" destOrd="0" presId="urn:microsoft.com/office/officeart/2005/8/layout/vProcess5"/>
    <dgm:cxn modelId="{43B086E7-870C-CD4A-857F-B3E4F881722A}" type="presParOf" srcId="{086C69E7-135A-ED43-92BD-B53ADBE948C9}" destId="{8FDC05F7-D0A9-204A-BBE2-2AD6F0AD6D8D}" srcOrd="2" destOrd="0" presId="urn:microsoft.com/office/officeart/2005/8/layout/vProcess5"/>
    <dgm:cxn modelId="{12D2A2B4-8B59-9546-A0D6-4B0D79A41F9D}" type="presParOf" srcId="{086C69E7-135A-ED43-92BD-B53ADBE948C9}" destId="{3E9BD8AE-3412-194E-A51F-875D9968065E}" srcOrd="3" destOrd="0" presId="urn:microsoft.com/office/officeart/2005/8/layout/vProcess5"/>
    <dgm:cxn modelId="{7919663F-3D53-9C4F-AAC9-2F8A307D3D34}" type="presParOf" srcId="{086C69E7-135A-ED43-92BD-B53ADBE948C9}" destId="{D534061C-2793-1D47-AFB8-EB51DB927386}" srcOrd="4" destOrd="0" presId="urn:microsoft.com/office/officeart/2005/8/layout/vProcess5"/>
    <dgm:cxn modelId="{6063F5C7-12A8-A144-8085-946A15F1169A}" type="presParOf" srcId="{086C69E7-135A-ED43-92BD-B53ADBE948C9}" destId="{C108FA9A-EED9-504E-93CE-68E390B323C4}" srcOrd="5" destOrd="0" presId="urn:microsoft.com/office/officeart/2005/8/layout/vProcess5"/>
    <dgm:cxn modelId="{82D266D6-A658-0948-854F-137DCA4EE43E}" type="presParOf" srcId="{086C69E7-135A-ED43-92BD-B53ADBE948C9}" destId="{8BA29C5C-78EC-9840-8916-2F9DF4C2C687}" srcOrd="6" destOrd="0" presId="urn:microsoft.com/office/officeart/2005/8/layout/vProcess5"/>
    <dgm:cxn modelId="{50C694C4-41A6-BA40-B29E-859FC61FE98C}" type="presParOf" srcId="{086C69E7-135A-ED43-92BD-B53ADBE948C9}" destId="{956EECF2-4F23-704C-BF18-8F81440AD190}" srcOrd="7" destOrd="0" presId="urn:microsoft.com/office/officeart/2005/8/layout/vProcess5"/>
    <dgm:cxn modelId="{D6804141-33FB-5A4C-93E0-B8666F12B26A}" type="presParOf" srcId="{086C69E7-135A-ED43-92BD-B53ADBE948C9}" destId="{6751A005-EA56-EE4A-8A37-8BF0EDDB5A5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490BB-AE72-214A-A7BE-C4324A337C48}">
      <dsp:nvSpPr>
        <dsp:cNvPr id="0" name=""/>
        <dsp:cNvSpPr/>
      </dsp:nvSpPr>
      <dsp:spPr>
        <a:xfrm>
          <a:off x="0" y="0"/>
          <a:ext cx="5849710" cy="960840"/>
        </a:xfrm>
        <a:prstGeom prst="roundRect">
          <a:avLst>
            <a:gd name="adj" fmla="val 10000"/>
          </a:avLst>
        </a:prstGeom>
        <a:solidFill>
          <a:srgbClr val="0EE8F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en-US" sz="2800" kern="1200" dirty="0">
              <a:latin typeface="ACADEMY ENGRAVED LET PLAIN:1.0" panose="02000000000000000000" pitchFamily="2" charset="0"/>
            </a:rPr>
            <a:t>High School Graduation</a:t>
          </a:r>
          <a:endParaRPr kumimoji="1" lang="ja-JP" altLang="en-US" sz="2800" kern="1200">
            <a:latin typeface="ACADEMY ENGRAVED LET PLAIN:1.0" panose="02000000000000000000" pitchFamily="2" charset="0"/>
          </a:endParaRPr>
        </a:p>
      </dsp:txBody>
      <dsp:txXfrm>
        <a:off x="28142" y="28142"/>
        <a:ext cx="4812888" cy="904556"/>
      </dsp:txXfrm>
    </dsp:sp>
    <dsp:sp modelId="{8FDC05F7-D0A9-204A-BBE2-2AD6F0AD6D8D}">
      <dsp:nvSpPr>
        <dsp:cNvPr id="0" name=""/>
        <dsp:cNvSpPr/>
      </dsp:nvSpPr>
      <dsp:spPr>
        <a:xfrm>
          <a:off x="516150" y="1120981"/>
          <a:ext cx="5849710" cy="960840"/>
        </a:xfrm>
        <a:prstGeom prst="roundRect">
          <a:avLst>
            <a:gd name="adj" fmla="val 10000"/>
          </a:avLst>
        </a:prstGeom>
        <a:solidFill>
          <a:srgbClr val="04A8C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en-US" sz="2800" kern="1200" dirty="0">
              <a:latin typeface="ACADEMY ENGRAVED LET PLAIN:1.0" panose="02000000000000000000" pitchFamily="2" charset="0"/>
            </a:rPr>
            <a:t>A period of time to think about your life</a:t>
          </a:r>
          <a:endParaRPr kumimoji="1" lang="ja-JP" altLang="en-US" sz="2800" kern="1200">
            <a:latin typeface="ACADEMY ENGRAVED LET PLAIN:1.0" panose="02000000000000000000" pitchFamily="2" charset="0"/>
          </a:endParaRPr>
        </a:p>
      </dsp:txBody>
      <dsp:txXfrm>
        <a:off x="544292" y="1149123"/>
        <a:ext cx="4652728" cy="904556"/>
      </dsp:txXfrm>
    </dsp:sp>
    <dsp:sp modelId="{3E9BD8AE-3412-194E-A51F-875D9968065E}">
      <dsp:nvSpPr>
        <dsp:cNvPr id="0" name=""/>
        <dsp:cNvSpPr/>
      </dsp:nvSpPr>
      <dsp:spPr>
        <a:xfrm>
          <a:off x="1032301" y="2241962"/>
          <a:ext cx="5849710" cy="960840"/>
        </a:xfrm>
        <a:prstGeom prst="roundRect">
          <a:avLst>
            <a:gd name="adj" fmla="val 10000"/>
          </a:avLst>
        </a:prstGeom>
        <a:solidFill>
          <a:srgbClr val="5353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CADEMY ENGRAVED LET PLAIN:1.0" panose="02000000000000000000" pitchFamily="2" charset="0"/>
            </a:rPr>
            <a:t>Entered DHU</a:t>
          </a:r>
          <a:endParaRPr lang="ja-JP" altLang="en-US" sz="2800" kern="1200">
            <a:latin typeface="ACADEMY ENGRAVED LET PLAIN:1.0" panose="02000000000000000000" pitchFamily="2" charset="0"/>
          </a:endParaRPr>
        </a:p>
      </dsp:txBody>
      <dsp:txXfrm>
        <a:off x="1060443" y="2270104"/>
        <a:ext cx="4652728" cy="904556"/>
      </dsp:txXfrm>
    </dsp:sp>
    <dsp:sp modelId="{D534061C-2793-1D47-AFB8-EB51DB927386}">
      <dsp:nvSpPr>
        <dsp:cNvPr id="0" name=""/>
        <dsp:cNvSpPr/>
      </dsp:nvSpPr>
      <dsp:spPr>
        <a:xfrm>
          <a:off x="5225163" y="728637"/>
          <a:ext cx="624546" cy="624546"/>
        </a:xfrm>
        <a:prstGeom prst="downArrow">
          <a:avLst>
            <a:gd name="adj1" fmla="val 55000"/>
            <a:gd name="adj2" fmla="val 45000"/>
          </a:avLst>
        </a:prstGeom>
        <a:solidFill>
          <a:srgbClr val="B9B6C2"/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2800" kern="1200"/>
        </a:p>
      </dsp:txBody>
      <dsp:txXfrm>
        <a:off x="5365686" y="728637"/>
        <a:ext cx="343500" cy="469971"/>
      </dsp:txXfrm>
    </dsp:sp>
    <dsp:sp modelId="{C108FA9A-EED9-504E-93CE-68E390B323C4}">
      <dsp:nvSpPr>
        <dsp:cNvPr id="0" name=""/>
        <dsp:cNvSpPr/>
      </dsp:nvSpPr>
      <dsp:spPr>
        <a:xfrm>
          <a:off x="5741314" y="1843213"/>
          <a:ext cx="624546" cy="624546"/>
        </a:xfrm>
        <a:prstGeom prst="downArrow">
          <a:avLst>
            <a:gd name="adj1" fmla="val 55000"/>
            <a:gd name="adj2" fmla="val 45000"/>
          </a:avLst>
        </a:prstGeom>
        <a:solidFill>
          <a:srgbClr val="B9B6C2"/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2800" kern="1200"/>
        </a:p>
      </dsp:txBody>
      <dsp:txXfrm>
        <a:off x="5881837" y="1843213"/>
        <a:ext cx="343500" cy="469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914AA-CC0D-9242-A9B0-321E3E444E4C}" type="datetimeFigureOut">
              <a:rPr kumimoji="1" lang="ja-JP" altLang="en-US" smtClean="0"/>
              <a:t>2022/1/24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C390B-4C4B-8A4C-8D3B-798C37BB95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92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C390B-4C4B-8A4C-8D3B-798C37BB95E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76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995686"/>
            <a:ext cx="7772400" cy="72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NAME OF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571750"/>
            <a:ext cx="6400800" cy="52119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Company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D517-CC84-4BA0-AA46-B270373D8D5A}" type="datetimeFigureOut">
              <a:rPr lang="en-US" smtClean="0"/>
              <a:t>1/24/22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41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mplateswise.c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79712" y="205979"/>
            <a:ext cx="6707088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79712" y="1200151"/>
            <a:ext cx="6707088" cy="3394472"/>
          </a:xfrm>
        </p:spPr>
        <p:txBody>
          <a:bodyPr/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D517-CC84-4BA0-AA46-B270373D8D5A}" type="datetimeFigureOut">
              <a:rPr lang="en-US" smtClean="0"/>
              <a:t>1/24/22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99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 - Templateswise.c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771550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635647"/>
            <a:ext cx="8229600" cy="295897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D517-CC84-4BA0-AA46-B270373D8D5A}" type="datetimeFigureOut">
              <a:rPr lang="en-US" smtClean="0"/>
              <a:t>1/24/22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BF4E-D3A2-4DCA-9F57-CC6AF0EC04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80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AD517-CC84-4BA0-AA46-B270373D8D5A}" type="datetimeFigureOut">
              <a:rPr lang="en-US" smtClean="0"/>
              <a:t>1/24/22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BBF4E-D3A2-4DCA-9F57-CC6AF0EC04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9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85173"/>
            <a:ext cx="7772400" cy="720080"/>
          </a:xfrm>
        </p:spPr>
        <p:txBody>
          <a:bodyPr>
            <a:noAutofit/>
          </a:bodyPr>
          <a:lstStyle/>
          <a:p>
            <a:r>
              <a:rPr lang="en-US" altLang="ja-JP" dirty="0">
                <a:latin typeface="ACADEMY ENGRAVED LET PLAIN:1.0" panose="02000000000000000000" pitchFamily="2" charset="0"/>
              </a:rPr>
              <a:t>Enon Kawatani</a:t>
            </a:r>
            <a:endParaRPr lang="en-US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7904" y="2859782"/>
            <a:ext cx="6400800" cy="52119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CADEMY ENGRAVED LET PLAIN:1.0" panose="02000000000000000000" pitchFamily="2" charset="0"/>
              </a:rPr>
              <a:t>Created by Kotone Hayashi</a:t>
            </a:r>
          </a:p>
        </p:txBody>
      </p:sp>
    </p:spTree>
    <p:extLst>
      <p:ext uri="{BB962C8B-B14F-4D97-AF65-F5344CB8AC3E}">
        <p14:creationId xmlns:p14="http://schemas.microsoft.com/office/powerpoint/2010/main" val="426572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57FC36AB-848B-8448-96FA-C73B5D185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013395"/>
            <a:ext cx="4428492" cy="295232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19E4E3-F5BE-EF40-84F6-DBB15239AF9E}"/>
              </a:ext>
            </a:extLst>
          </p:cNvPr>
          <p:cNvSpPr txBox="1"/>
          <p:nvPr/>
        </p:nvSpPr>
        <p:spPr>
          <a:xfrm>
            <a:off x="3005388" y="1059582"/>
            <a:ext cx="3493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CADEMY ENGRAVED LET PLAIN:1.0" panose="02000000000000000000" pitchFamily="2" charset="0"/>
              </a:rPr>
              <a:t>Enon Kawatani</a:t>
            </a:r>
            <a:endParaRPr kumimoji="1" lang="ja-JP" altLang="en-US" sz="4000">
              <a:latin typeface="ACADEMY ENGRAVED LET PLAIN:1.0" panose="02000000000000000000" pitchFamily="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FC30FB-3D91-2443-8300-AC10CB03EFE5}"/>
              </a:ext>
            </a:extLst>
          </p:cNvPr>
          <p:cNvSpPr txBox="1"/>
          <p:nvPr/>
        </p:nvSpPr>
        <p:spPr>
          <a:xfrm>
            <a:off x="5364088" y="2780249"/>
            <a:ext cx="3070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latin typeface="ACADEMY ENGRAVED LET PLAIN:1.0" panose="02000000000000000000" pitchFamily="2" charset="0"/>
              </a:rPr>
              <a:t>He is a musician</a:t>
            </a:r>
            <a:endParaRPr kumimoji="1" lang="ja-JP" altLang="en-US" sz="32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E5B027-0B68-6E40-965E-5993551E0B82}"/>
              </a:ext>
            </a:extLst>
          </p:cNvPr>
          <p:cNvSpPr txBox="1"/>
          <p:nvPr/>
        </p:nvSpPr>
        <p:spPr>
          <a:xfrm>
            <a:off x="3275856" y="987574"/>
            <a:ext cx="23150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latin typeface="ACADEMY ENGRAVED LET PLAIN:1.0" panose="02000000000000000000" pitchFamily="2" charset="0"/>
                <a:ea typeface="Tsukushi A Round Gothic Regular" panose="02020400000000000000" pitchFamily="18" charset="-128"/>
              </a:rPr>
              <a:t>Overview</a:t>
            </a:r>
            <a:endParaRPr kumimoji="1" lang="ja-JP" altLang="en-US" sz="4400">
              <a:latin typeface="ACADEMY ENGRAVED LET PLAIN:1.0" panose="02000000000000000000" pitchFamily="2" charset="0"/>
              <a:ea typeface="Tsukushi A Round Gothic Regular" panose="02020400000000000000" pitchFamily="18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F4186B-6BB2-3D4C-BC11-65A75F3C1FBA}"/>
              </a:ext>
            </a:extLst>
          </p:cNvPr>
          <p:cNvSpPr txBox="1"/>
          <p:nvPr/>
        </p:nvSpPr>
        <p:spPr>
          <a:xfrm>
            <a:off x="1619672" y="2139702"/>
            <a:ext cx="653416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kumimoji="1" lang="en-US" altLang="ja-JP" sz="3200" dirty="0">
                <a:latin typeface="ACADEMY ENGRAVED LET PLAIN:1.0" panose="02000000000000000000" pitchFamily="2" charset="0"/>
              </a:rPr>
              <a:t>His </a:t>
            </a:r>
            <a:r>
              <a:rPr lang="en-US" altLang="ja-JP" sz="3200" dirty="0">
                <a:latin typeface="ACADEMY ENGRAVED LET PLAIN:1.0" panose="02000000000000000000" pitchFamily="2" charset="0"/>
              </a:rPr>
              <a:t>background</a:t>
            </a:r>
          </a:p>
          <a:p>
            <a:pPr marL="514350" indent="-514350">
              <a:buAutoNum type="arabicPeriod"/>
            </a:pPr>
            <a:endParaRPr kumimoji="1" lang="en-US" altLang="ja-JP" sz="3200" dirty="0">
              <a:latin typeface="ACADEMY ENGRAVED LET PLAIN:1.0" panose="02000000000000000000" pitchFamily="2" charset="0"/>
            </a:endParaRPr>
          </a:p>
          <a:p>
            <a:pPr marL="514350" indent="-514350">
              <a:buAutoNum type="arabicPeriod"/>
            </a:pPr>
            <a:r>
              <a:rPr kumimoji="1" lang="en-US" altLang="ja-JP" sz="3200" dirty="0">
                <a:latin typeface="ACADEMY ENGRAVED LET PLAIN:1.0" panose="02000000000000000000" pitchFamily="2" charset="0"/>
              </a:rPr>
              <a:t>His works</a:t>
            </a:r>
          </a:p>
          <a:p>
            <a:pPr marL="514350" indent="-514350">
              <a:buAutoNum type="arabicPeriod"/>
            </a:pPr>
            <a:endParaRPr kumimoji="1" lang="en-US" altLang="ja-JP" sz="3200" dirty="0">
              <a:latin typeface="ACADEMY ENGRAVED LET PLAIN:1.0" panose="02000000000000000000" pitchFamily="2" charset="0"/>
            </a:endParaRPr>
          </a:p>
          <a:p>
            <a:pPr marL="514350" indent="-514350">
              <a:buAutoNum type="arabicPeriod"/>
            </a:pPr>
            <a:r>
              <a:rPr kumimoji="1" lang="en-US" altLang="ja-JP" sz="3200" dirty="0">
                <a:latin typeface="ACADEMY ENGRAVED LET PLAIN:1.0" panose="02000000000000000000" pitchFamily="2" charset="0"/>
              </a:rPr>
              <a:t>The influence of his works on me</a:t>
            </a:r>
            <a:endParaRPr kumimoji="1" lang="ja-JP" altLang="en-US" sz="32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46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AE351E-34A8-474B-AEA3-0824E2E3E5D5}"/>
              </a:ext>
            </a:extLst>
          </p:cNvPr>
          <p:cNvSpPr txBox="1"/>
          <p:nvPr/>
        </p:nvSpPr>
        <p:spPr>
          <a:xfrm>
            <a:off x="2051720" y="267494"/>
            <a:ext cx="35942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CADEMY ENGRAVED LET PLAIN:1.0" panose="02000000000000000000" pitchFamily="2" charset="0"/>
              </a:rPr>
              <a:t>His </a:t>
            </a:r>
            <a:r>
              <a:rPr lang="en-US" altLang="ja-JP" sz="4000" dirty="0">
                <a:latin typeface="ACADEMY ENGRAVED LET PLAIN:1.0" panose="02000000000000000000" pitchFamily="2" charset="0"/>
              </a:rPr>
              <a:t>background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9FC1928-9280-F845-B045-DF9C0C35451B}"/>
              </a:ext>
            </a:extLst>
          </p:cNvPr>
          <p:cNvSpPr txBox="1"/>
          <p:nvPr/>
        </p:nvSpPr>
        <p:spPr>
          <a:xfrm>
            <a:off x="2411760" y="1275606"/>
            <a:ext cx="470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ACADEMY ENGRAVED LET PLAIN:1.0" panose="02000000000000000000" pitchFamily="2" charset="0"/>
              </a:rPr>
              <a:t>He was born on December 3, 1988</a:t>
            </a:r>
            <a:endParaRPr kumimoji="1" lang="ja-JP" altLang="en-US" sz="2400">
              <a:latin typeface="ACADEMY ENGRAVED LET PLAIN:1.0" panose="02000000000000000000" pitchFamily="2" charset="0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EE39BC9C-5210-F048-B5C5-51492BD3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211710"/>
            <a:ext cx="3913478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2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7459E4-F208-D44A-B4D5-C5C66266659B}"/>
              </a:ext>
            </a:extLst>
          </p:cNvPr>
          <p:cNvSpPr txBox="1"/>
          <p:nvPr/>
        </p:nvSpPr>
        <p:spPr>
          <a:xfrm>
            <a:off x="2051720" y="411510"/>
            <a:ext cx="5476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latin typeface="ACADEMY ENGRAVED LET PLAIN:1.0" panose="02000000000000000000" pitchFamily="2" charset="0"/>
              </a:rPr>
              <a:t>There were twists and turns …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9721E2B-AC53-5D4E-AF90-9F7B2E712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91" y="2041286"/>
            <a:ext cx="3262095" cy="217473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30B9487-C040-B444-B0C7-E6F3A86E2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035313"/>
            <a:ext cx="3537694" cy="217473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0E42A1-9F64-5042-A7D9-5834E3D89F82}"/>
              </a:ext>
            </a:extLst>
          </p:cNvPr>
          <p:cNvSpPr txBox="1"/>
          <p:nvPr/>
        </p:nvSpPr>
        <p:spPr>
          <a:xfrm>
            <a:off x="1895281" y="1553185"/>
            <a:ext cx="3248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CADEMY ENGRAVED LET PLAIN:1.0" panose="02000000000000000000" pitchFamily="2" charset="0"/>
              </a:rPr>
              <a:t>Gesu no kiwami otome.</a:t>
            </a:r>
            <a:endParaRPr kumimoji="1" lang="ja-JP" altLang="en-US" sz="2400">
              <a:latin typeface="ACADEMY ENGRAVED LET PLAIN:1.0" panose="02000000000000000000" pitchFamily="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B450E97-8925-BE45-BCB8-67BAE0D1A2ED}"/>
              </a:ext>
            </a:extLst>
          </p:cNvPr>
          <p:cNvSpPr txBox="1"/>
          <p:nvPr/>
        </p:nvSpPr>
        <p:spPr>
          <a:xfrm>
            <a:off x="6012160" y="1553184"/>
            <a:ext cx="1975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CADEMY ENGRAVED LET PLAIN:1.0" panose="02000000000000000000" pitchFamily="2" charset="0"/>
              </a:rPr>
              <a:t>Indigo la End</a:t>
            </a:r>
            <a:endParaRPr kumimoji="1" lang="ja-JP" altLang="en-US" sz="2400">
              <a:latin typeface="ACADEMY ENGRAVED LET PLAIN:1.0" panose="02000000000000000000" pitchFamily="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5C833C5-44E3-D046-AA85-AC1C546EC665}"/>
              </a:ext>
            </a:extLst>
          </p:cNvPr>
          <p:cNvSpPr txBox="1"/>
          <p:nvPr/>
        </p:nvSpPr>
        <p:spPr>
          <a:xfrm>
            <a:off x="6694226" y="4470380"/>
            <a:ext cx="2223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ACADEMY ENGRAVED LET PLAIN:1.0" panose="02000000000000000000" pitchFamily="2" charset="0"/>
              </a:rPr>
              <a:t>And more …</a:t>
            </a:r>
            <a:endParaRPr kumimoji="1" lang="ja-JP" altLang="en-US" sz="28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56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0A52CB-B3C8-2342-85E2-EA2F390F89B2}"/>
              </a:ext>
            </a:extLst>
          </p:cNvPr>
          <p:cNvSpPr txBox="1"/>
          <p:nvPr/>
        </p:nvSpPr>
        <p:spPr>
          <a:xfrm>
            <a:off x="2123728" y="339502"/>
            <a:ext cx="2310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CADEMY ENGRAVED LET PLAIN:1.0" panose="02000000000000000000" pitchFamily="2" charset="0"/>
              </a:rPr>
              <a:t>His works</a:t>
            </a:r>
            <a:endParaRPr kumimoji="1" lang="ja-JP" altLang="en-US" sz="4000">
              <a:latin typeface="ACADEMY ENGRAVED LET PLAIN:1.0" panose="02000000000000000000" pitchFamily="2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3167D8D-342F-4147-A7DF-B00DE417E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852" y="1053497"/>
            <a:ext cx="4990554" cy="30365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FAB01D-77E0-FF4A-8832-29CEA16A4C8C}"/>
              </a:ext>
            </a:extLst>
          </p:cNvPr>
          <p:cNvSpPr txBox="1"/>
          <p:nvPr/>
        </p:nvSpPr>
        <p:spPr>
          <a:xfrm>
            <a:off x="3748268" y="4252646"/>
            <a:ext cx="4514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ACADEMY ENGRAVED LET PLAIN:1.0" panose="02000000000000000000" pitchFamily="2" charset="0"/>
              </a:rPr>
              <a:t>He makes cool songs anyway</a:t>
            </a:r>
            <a:endParaRPr kumimoji="1" lang="ja-JP" altLang="en-US" sz="28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2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5EAEC42-F045-F643-B86A-C1B4EFC18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833818"/>
            <a:ext cx="3168352" cy="314555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C7617CC-9650-2B45-BEF9-9721890DF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779662"/>
            <a:ext cx="4250872" cy="238747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D05C267-B233-3448-AB33-02AB5CEF2ACA}"/>
              </a:ext>
            </a:extLst>
          </p:cNvPr>
          <p:cNvSpPr txBox="1"/>
          <p:nvPr/>
        </p:nvSpPr>
        <p:spPr>
          <a:xfrm>
            <a:off x="2680716" y="280984"/>
            <a:ext cx="4799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ACADEMY ENGRAVED LET PLAIN:1.0" panose="02000000000000000000" pitchFamily="2" charset="0"/>
              </a:rPr>
              <a:t>Especially my favorite song</a:t>
            </a:r>
            <a:endParaRPr kumimoji="1" lang="ja-JP" altLang="en-US" sz="3200">
              <a:latin typeface="ACADEMY ENGRAVED LET PLAIN:1.0" panose="02000000000000000000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A6B943-BEF0-D54E-81C6-ADAA1A13E086}"/>
              </a:ext>
            </a:extLst>
          </p:cNvPr>
          <p:cNvSpPr txBox="1"/>
          <p:nvPr/>
        </p:nvSpPr>
        <p:spPr>
          <a:xfrm>
            <a:off x="3229420" y="4370059"/>
            <a:ext cx="5737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ACADEMY ENGRAVED LET PLAIN:1.0" panose="02000000000000000000" pitchFamily="2" charset="0"/>
              </a:rPr>
              <a:t>”Natsuyo no magic“ by indigo la End</a:t>
            </a:r>
          </a:p>
        </p:txBody>
      </p:sp>
    </p:spTree>
    <p:extLst>
      <p:ext uri="{BB962C8B-B14F-4D97-AF65-F5344CB8AC3E}">
        <p14:creationId xmlns:p14="http://schemas.microsoft.com/office/powerpoint/2010/main" val="1447042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図表 6">
            <a:extLst>
              <a:ext uri="{FF2B5EF4-FFF2-40B4-BE49-F238E27FC236}">
                <a16:creationId xmlns:a16="http://schemas.microsoft.com/office/drawing/2014/main" id="{E44C24FB-E180-6A4D-B351-05CC21785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068464"/>
              </p:ext>
            </p:extLst>
          </p:nvPr>
        </p:nvGraphicFramePr>
        <p:xfrm>
          <a:off x="1974507" y="1529186"/>
          <a:ext cx="6882012" cy="3202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93424D-EE2B-EC48-AD32-26D6FACC7090}"/>
              </a:ext>
            </a:extLst>
          </p:cNvPr>
          <p:cNvSpPr txBox="1"/>
          <p:nvPr/>
        </p:nvSpPr>
        <p:spPr>
          <a:xfrm>
            <a:off x="1966325" y="411511"/>
            <a:ext cx="6882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>
                <a:latin typeface="ACADEMY ENGRAVED LET PLAIN:1.0" panose="02000000000000000000" pitchFamily="2" charset="0"/>
              </a:rPr>
              <a:t>The influence of his works on me</a:t>
            </a:r>
            <a:r>
              <a:rPr lang="ja-JP" altLang="ja-JP" sz="3600">
                <a:latin typeface="ACADEMY ENGRAVED LET PLAIN:1.0" panose="02000000000000000000" pitchFamily="2" charset="0"/>
              </a:rPr>
              <a:t> </a:t>
            </a:r>
            <a:endParaRPr kumimoji="1" lang="ja-JP" altLang="en-US" sz="36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28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0226CCA-DB3B-044F-AB89-FA7A3C9A7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575" y="1295011"/>
            <a:ext cx="4729697" cy="265808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8463F6-0731-9141-8E8F-0787C1F19AA2}"/>
              </a:ext>
            </a:extLst>
          </p:cNvPr>
          <p:cNvSpPr txBox="1"/>
          <p:nvPr/>
        </p:nvSpPr>
        <p:spPr>
          <a:xfrm>
            <a:off x="4922191" y="195486"/>
            <a:ext cx="4896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3200" dirty="0">
                <a:latin typeface="ACADEMY ENGRAVED LET PLAIN:1.0" panose="02000000000000000000" pitchFamily="2" charset="0"/>
              </a:rPr>
              <a:t>A period of time to</a:t>
            </a:r>
          </a:p>
          <a:p>
            <a:r>
              <a:rPr kumimoji="1" lang="en-US" altLang="en-US" sz="3200" dirty="0">
                <a:latin typeface="ACADEMY ENGRAVED LET PLAIN:1.0" panose="02000000000000000000" pitchFamily="2" charset="0"/>
              </a:rPr>
              <a:t> think about your life</a:t>
            </a:r>
            <a:endParaRPr kumimoji="1" lang="ja-JP" altLang="en-US" sz="3200">
              <a:latin typeface="ACADEMY ENGRAVED LET PLAIN:1.0" panose="02000000000000000000" pitchFamily="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4B808B-35BF-8D42-B8E1-12C5B5FED196}"/>
              </a:ext>
            </a:extLst>
          </p:cNvPr>
          <p:cNvSpPr txBox="1"/>
          <p:nvPr/>
        </p:nvSpPr>
        <p:spPr>
          <a:xfrm>
            <a:off x="3419872" y="3993907"/>
            <a:ext cx="55386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ACADEMY ENGRAVED LET PLAIN:1.0" panose="02000000000000000000" pitchFamily="2" charset="0"/>
              </a:rPr>
              <a:t>I will continue to listen to the songs</a:t>
            </a:r>
          </a:p>
          <a:p>
            <a:r>
              <a:rPr lang="en-US" altLang="ja-JP" sz="2800" dirty="0">
                <a:latin typeface="ACADEMY ENGRAVED LET PLAIN:1.0" panose="02000000000000000000" pitchFamily="2" charset="0"/>
              </a:rPr>
              <a:t> made by "Enon Kawatani".</a:t>
            </a:r>
            <a:endParaRPr kumimoji="1" lang="ja-JP" altLang="en-US" sz="28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3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E5DD1D-1C68-7A47-81FB-12F491AC9227}"/>
              </a:ext>
            </a:extLst>
          </p:cNvPr>
          <p:cNvSpPr txBox="1"/>
          <p:nvPr/>
        </p:nvSpPr>
        <p:spPr>
          <a:xfrm>
            <a:off x="3131840" y="843558"/>
            <a:ext cx="30748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dirty="0">
                <a:latin typeface="ACADEMY ENGRAVED LET PLAIN:1.0" panose="02000000000000000000" pitchFamily="2" charset="0"/>
              </a:rPr>
              <a:t>Conclusion</a:t>
            </a:r>
            <a:endParaRPr kumimoji="1" lang="ja-JP" altLang="en-US" sz="4800">
              <a:latin typeface="ACADEMY ENGRAVED LET PLAIN:1.0" panose="02000000000000000000" pitchFamily="2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EFC01C-3701-2046-82F3-2C7C507C0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28" y="2079321"/>
            <a:ext cx="4168874" cy="277924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6F1018-9FBB-0B44-83B6-8F7ACFA442A3}"/>
              </a:ext>
            </a:extLst>
          </p:cNvPr>
          <p:cNvSpPr txBox="1"/>
          <p:nvPr/>
        </p:nvSpPr>
        <p:spPr>
          <a:xfrm>
            <a:off x="5220072" y="1876115"/>
            <a:ext cx="2837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ACADEMY ENGRAVED LET PLAIN:1.0" panose="02000000000000000000" pitchFamily="2" charset="0"/>
              </a:rPr>
              <a:t>Enon Kawatani</a:t>
            </a:r>
            <a:endParaRPr kumimoji="1" lang="ja-JP" altLang="en-US" sz="3200">
              <a:latin typeface="ACADEMY ENGRAVED LET PLAIN:1.0" panose="02000000000000000000" pitchFamily="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189095-0E08-2248-BB7B-88630724AD90}"/>
              </a:ext>
            </a:extLst>
          </p:cNvPr>
          <p:cNvSpPr txBox="1"/>
          <p:nvPr/>
        </p:nvSpPr>
        <p:spPr>
          <a:xfrm>
            <a:off x="4834648" y="2768341"/>
            <a:ext cx="41488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ACADEMY ENGRAVED LET PLAIN:1.0" panose="02000000000000000000" pitchFamily="2" charset="0"/>
              </a:rPr>
              <a:t>He makes cool and </a:t>
            </a:r>
          </a:p>
          <a:p>
            <a:r>
              <a:rPr lang="en-US" altLang="ja-JP" sz="2800" dirty="0">
                <a:latin typeface="ACADEMY ENGRAVED LET PLAIN:1.0" panose="02000000000000000000" pitchFamily="2" charset="0"/>
              </a:rPr>
              <a:t> fashionable songs anyway.</a:t>
            </a:r>
            <a:endParaRPr kumimoji="1" lang="ja-JP" altLang="en-US" sz="2800">
              <a:latin typeface="ACADEMY ENGRAVED LET PLAIN:1.0" panose="02000000000000000000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1EA128-5A9B-EC4F-8316-14D495F6E835}"/>
              </a:ext>
            </a:extLst>
          </p:cNvPr>
          <p:cNvSpPr txBox="1"/>
          <p:nvPr/>
        </p:nvSpPr>
        <p:spPr>
          <a:xfrm>
            <a:off x="4834648" y="3722448"/>
            <a:ext cx="31935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ACADEMY ENGRAVED LET PLAIN:1.0" panose="02000000000000000000" pitchFamily="2" charset="0"/>
              </a:rPr>
              <a:t>Please listen to</a:t>
            </a:r>
          </a:p>
          <a:p>
            <a:r>
              <a:rPr kumimoji="1" lang="en-US" altLang="ja-JP" sz="2800" dirty="0">
                <a:latin typeface="ACADEMY ENGRAVED LET PLAIN:1.0" panose="02000000000000000000" pitchFamily="2" charset="0"/>
              </a:rPr>
              <a:t> the songs he made.</a:t>
            </a:r>
            <a:endParaRPr kumimoji="1" lang="ja-JP" altLang="en-US" sz="28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88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A4FFC3-2C4E-A04A-9220-F1F265FA0E8C}"/>
              </a:ext>
            </a:extLst>
          </p:cNvPr>
          <p:cNvSpPr txBox="1"/>
          <p:nvPr/>
        </p:nvSpPr>
        <p:spPr>
          <a:xfrm>
            <a:off x="172398" y="2217807"/>
            <a:ext cx="87992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CADEMY ENGRAVED LET PLAIN:1.0" panose="02000000000000000000" pitchFamily="2" charset="0"/>
              </a:rPr>
              <a:t>Thank you for listening my presentation</a:t>
            </a:r>
            <a:endParaRPr kumimoji="1" lang="ja-JP" altLang="en-US" sz="4000">
              <a:latin typeface="ACADEMY ENGRAVED LET PLAIN:1.0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67905"/>
      </p:ext>
    </p:extLst>
  </p:cSld>
  <p:clrMapOvr>
    <a:masterClrMapping/>
  </p:clrMapOvr>
</p:sld>
</file>

<file path=ppt/theme/theme1.xml><?xml version="1.0" encoding="utf-8"?>
<a:theme xmlns:a="http://schemas.openxmlformats.org/drawingml/2006/main" name="23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232</Template>
  <TotalTime>562</TotalTime>
  <Words>145</Words>
  <Application>Microsoft Macintosh PowerPoint</Application>
  <PresentationFormat>画面に合わせる (16:9)</PresentationFormat>
  <Paragraphs>36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ACADEMY ENGRAVED LET PLAIN:1.0</vt:lpstr>
      <vt:lpstr>Arial</vt:lpstr>
      <vt:lpstr>Calibri</vt:lpstr>
      <vt:lpstr>232</vt:lpstr>
      <vt:lpstr>Enon Kawatani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Kotone Hayashi</dc:creator>
  <cp:lastModifiedBy>Kotone Hayashi</cp:lastModifiedBy>
  <cp:revision>10</cp:revision>
  <dcterms:created xsi:type="dcterms:W3CDTF">2022-01-12T02:06:10Z</dcterms:created>
  <dcterms:modified xsi:type="dcterms:W3CDTF">2022-01-24T12:15:15Z</dcterms:modified>
</cp:coreProperties>
</file>