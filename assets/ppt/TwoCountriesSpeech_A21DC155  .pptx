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E80"/>
    <a:srgbClr val="FD9D53"/>
    <a:srgbClr val="F55954"/>
    <a:srgbClr val="33A9BA"/>
    <a:srgbClr val="307B8F"/>
    <a:srgbClr val="FFFFFF"/>
    <a:srgbClr val="58F7FF"/>
    <a:srgbClr val="FC9D53"/>
    <a:srgbClr val="CE46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8"/>
    <p:restoredTop sz="94387"/>
  </p:normalViewPr>
  <p:slideViewPr>
    <p:cSldViewPr snapToGrid="0" snapToObjects="1">
      <p:cViewPr varScale="1">
        <p:scale>
          <a:sx n="61" d="100"/>
          <a:sy n="61" d="100"/>
        </p:scale>
        <p:origin x="2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800" b="0" i="0" dirty="0">
                <a:latin typeface="American Typewriter" panose="02090604020004020304" pitchFamily="18" charset="0"/>
              </a:rPr>
              <a:t>Area (㎢)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(㎢)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D43-8A49-B556-9C1C1D31A7B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D43-8A49-B556-9C1C1D31A7BD}"/>
              </c:ext>
            </c:extLst>
          </c:dPt>
          <c:cat>
            <c:strRef>
              <c:f>Sheet1!$A$2:$A$3</c:f>
              <c:strCache>
                <c:ptCount val="2"/>
                <c:pt idx="0">
                  <c:v>　Japan</c:v>
                </c:pt>
                <c:pt idx="1">
                  <c:v>　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378000</c:v>
                </c:pt>
                <c:pt idx="1">
                  <c:v>357000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43-8A49-B556-9C1C1D31A7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8877551"/>
        <c:axId val="1059203215"/>
      </c:barChart>
      <c:catAx>
        <c:axId val="1108877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59203215"/>
        <c:crosses val="autoZero"/>
        <c:auto val="1"/>
        <c:lblAlgn val="ctr"/>
        <c:lblOffset val="100"/>
        <c:noMultiLvlLbl val="0"/>
      </c:catAx>
      <c:valAx>
        <c:axId val="105920321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08877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800" b="0" i="0" dirty="0">
                <a:latin typeface="American Typewriter" panose="02090604020004020304" pitchFamily="18" charset="0"/>
              </a:rPr>
              <a:t>Population </a:t>
            </a:r>
            <a:r>
              <a:rPr lang="en-US" altLang="ja-JP" sz="2800" b="0" i="0" baseline="0" dirty="0">
                <a:latin typeface="American Typewriter" panose="02090604020004020304" pitchFamily="18" charset="0"/>
              </a:rPr>
              <a:t> density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desity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B32-D348-8F14-48581BD93AA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B32-D348-8F14-48581BD93AA5}"/>
              </c:ext>
            </c:extLst>
          </c:dPt>
          <c:cat>
            <c:strRef>
              <c:f>Sheet1!$A$2:$A$3</c:f>
              <c:strCache>
                <c:ptCount val="2"/>
                <c:pt idx="0">
                  <c:v>　Japan</c:v>
                </c:pt>
                <c:pt idx="1">
                  <c:v>　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340</c:v>
                </c:pt>
                <c:pt idx="1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32-D348-8F14-48581BD93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6126703"/>
        <c:axId val="1108561167"/>
      </c:barChart>
      <c:catAx>
        <c:axId val="112612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08561167"/>
        <c:crosses val="autoZero"/>
        <c:auto val="1"/>
        <c:lblAlgn val="ctr"/>
        <c:lblOffset val="100"/>
        <c:noMultiLvlLbl val="0"/>
      </c:catAx>
      <c:valAx>
        <c:axId val="1108561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2612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doctors per 1000 population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27-8E4F-9ABD-313619B2313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27-8E4F-9ABD-313619B23135}"/>
              </c:ext>
            </c:extLst>
          </c:dPt>
          <c:cat>
            <c:strRef>
              <c:f>Sheet1!$A$2:$A$3</c:f>
              <c:strCache>
                <c:ptCount val="2"/>
                <c:pt idx="0">
                  <c:v>Japan</c:v>
                </c:pt>
                <c:pt idx="1">
                  <c:v>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</c:v>
                </c:pt>
                <c:pt idx="1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27-8E4F-9ABD-313619B231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5844095"/>
        <c:axId val="1165845743"/>
      </c:barChart>
      <c:catAx>
        <c:axId val="1165844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5845743"/>
        <c:crosses val="autoZero"/>
        <c:auto val="1"/>
        <c:lblAlgn val="ctr"/>
        <c:lblOffset val="100"/>
        <c:noMultiLvlLbl val="0"/>
      </c:catAx>
      <c:valAx>
        <c:axId val="1165845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5844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400" b="0" i="0" dirty="0">
                <a:latin typeface="American Typewriter" panose="02090604020004020304" pitchFamily="18" charset="0"/>
              </a:rPr>
              <a:t>Number of doctors per 1000 population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doctors per 1000 population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24D-524C-A01A-B4FCAADFFBD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4D-524C-A01A-B4FCAADFFBDF}"/>
              </c:ext>
            </c:extLst>
          </c:dPt>
          <c:cat>
            <c:strRef>
              <c:f>Sheet1!$A$2:$A$3</c:f>
              <c:strCache>
                <c:ptCount val="2"/>
                <c:pt idx="0">
                  <c:v>Japan</c:v>
                </c:pt>
                <c:pt idx="1">
                  <c:v>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</c:v>
                </c:pt>
                <c:pt idx="1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D-524C-A01A-B4FCAADFF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0051471"/>
        <c:axId val="1149355743"/>
      </c:barChart>
      <c:catAx>
        <c:axId val="1150051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9355743"/>
        <c:crosses val="autoZero"/>
        <c:auto val="1"/>
        <c:lblAlgn val="ctr"/>
        <c:lblOffset val="100"/>
        <c:noMultiLvlLbl val="0"/>
      </c:catAx>
      <c:valAx>
        <c:axId val="1149355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5005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60EB1-7F23-F249-99C7-F34A20C807E6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3E654F0-DB36-EA4C-BFEA-5882ADAC6546}">
      <dgm:prSet phldrT="[テキスト]"/>
      <dgm:spPr>
        <a:solidFill>
          <a:srgbClr val="F55954"/>
        </a:solidFill>
        <a:ln>
          <a:solidFill>
            <a:srgbClr val="F55954"/>
          </a:solidFill>
        </a:ln>
      </dgm:spPr>
      <dgm:t>
        <a:bodyPr/>
        <a:lstStyle/>
        <a:p>
          <a:r>
            <a:rPr kumimoji="1" lang="en-US" altLang="ja-JP" b="0" i="0" dirty="0">
              <a:latin typeface="American Typewriter" panose="02090604020004020304" pitchFamily="18" charset="0"/>
            </a:rPr>
            <a:t>Population</a:t>
          </a:r>
          <a:endParaRPr kumimoji="1" lang="ja-JP" altLang="en-US" b="0" i="0">
            <a:latin typeface="American Typewriter" panose="02090604020004020304" pitchFamily="18" charset="0"/>
          </a:endParaRPr>
        </a:p>
      </dgm:t>
    </dgm:pt>
    <dgm:pt modelId="{4D651AEC-2A5B-FC49-966F-402C869B6659}" type="parTrans" cxnId="{FE52D63D-7AD1-744D-9FF1-8567A5CA37C4}">
      <dgm:prSet/>
      <dgm:spPr/>
      <dgm:t>
        <a:bodyPr/>
        <a:lstStyle/>
        <a:p>
          <a:endParaRPr kumimoji="1" lang="ja-JP" altLang="en-US"/>
        </a:p>
      </dgm:t>
    </dgm:pt>
    <dgm:pt modelId="{13758E58-D4D2-E545-868F-0EE91C862BCD}" type="sibTrans" cxnId="{FE52D63D-7AD1-744D-9FF1-8567A5CA37C4}">
      <dgm:prSet/>
      <dgm:spPr/>
      <dgm:t>
        <a:bodyPr/>
        <a:lstStyle/>
        <a:p>
          <a:endParaRPr kumimoji="1" lang="ja-JP" altLang="en-US"/>
        </a:p>
      </dgm:t>
    </dgm:pt>
    <dgm:pt modelId="{E2982D1C-17BD-CC42-A97E-BAE3BE2B4F7C}">
      <dgm:prSet phldrT="[テキスト]"/>
      <dgm:spPr>
        <a:solidFill>
          <a:srgbClr val="FD9D53"/>
        </a:solidFill>
      </dgm:spPr>
      <dgm:t>
        <a:bodyPr/>
        <a:lstStyle/>
        <a:p>
          <a:r>
            <a:rPr lang="en-US" b="0" i="0" dirty="0">
              <a:latin typeface="American Typewriter" panose="02090604020004020304" pitchFamily="18" charset="0"/>
            </a:rPr>
            <a:t>Area &amp; Population density</a:t>
          </a:r>
          <a:endParaRPr kumimoji="1" lang="ja-JP" altLang="en-US" b="0" i="0">
            <a:latin typeface="American Typewriter" panose="02090604020004020304" pitchFamily="18" charset="0"/>
          </a:endParaRPr>
        </a:p>
      </dgm:t>
    </dgm:pt>
    <dgm:pt modelId="{FED6C9C3-3DE6-FD40-BF94-1C105AAB55DE}" type="parTrans" cxnId="{800F0D07-CDAD-8D48-B4DA-EABE1DAA7115}">
      <dgm:prSet/>
      <dgm:spPr/>
      <dgm:t>
        <a:bodyPr/>
        <a:lstStyle/>
        <a:p>
          <a:endParaRPr kumimoji="1" lang="ja-JP" altLang="en-US"/>
        </a:p>
      </dgm:t>
    </dgm:pt>
    <dgm:pt modelId="{2C0900F2-61B4-7745-A755-40923BA74759}" type="sibTrans" cxnId="{800F0D07-CDAD-8D48-B4DA-EABE1DAA7115}">
      <dgm:prSet/>
      <dgm:spPr/>
      <dgm:t>
        <a:bodyPr/>
        <a:lstStyle/>
        <a:p>
          <a:endParaRPr kumimoji="1" lang="ja-JP" altLang="en-US"/>
        </a:p>
      </dgm:t>
    </dgm:pt>
    <dgm:pt modelId="{549B939B-A78F-C940-BFE4-B34D38213EA2}">
      <dgm:prSet phldrT="[テキスト]"/>
      <dgm:spPr>
        <a:solidFill>
          <a:srgbClr val="2A6E80"/>
        </a:solidFill>
      </dgm:spPr>
      <dgm:t>
        <a:bodyPr/>
        <a:lstStyle/>
        <a:p>
          <a:r>
            <a:rPr kumimoji="1" lang="en-US" altLang="ja-JP" b="0" i="0" dirty="0">
              <a:latin typeface="American Typewriter" panose="02090604020004020304" pitchFamily="18" charset="0"/>
            </a:rPr>
            <a:t>Medical care</a:t>
          </a:r>
          <a:endParaRPr kumimoji="1" lang="ja-JP" altLang="en-US" b="0" i="0">
            <a:latin typeface="American Typewriter" panose="02090604020004020304" pitchFamily="18" charset="0"/>
          </a:endParaRPr>
        </a:p>
      </dgm:t>
    </dgm:pt>
    <dgm:pt modelId="{47A81140-4FC6-2442-8C1A-F1FC00A0F192}" type="parTrans" cxnId="{2F9F6F6A-7A25-D94A-AFA9-F58FCEF91FB8}">
      <dgm:prSet/>
      <dgm:spPr/>
      <dgm:t>
        <a:bodyPr/>
        <a:lstStyle/>
        <a:p>
          <a:endParaRPr kumimoji="1" lang="ja-JP" altLang="en-US"/>
        </a:p>
      </dgm:t>
    </dgm:pt>
    <dgm:pt modelId="{DC218351-E20A-8A4C-91D1-AC8890577765}" type="sibTrans" cxnId="{2F9F6F6A-7A25-D94A-AFA9-F58FCEF91FB8}">
      <dgm:prSet/>
      <dgm:spPr/>
      <dgm:t>
        <a:bodyPr/>
        <a:lstStyle/>
        <a:p>
          <a:endParaRPr kumimoji="1" lang="ja-JP" altLang="en-US"/>
        </a:p>
      </dgm:t>
    </dgm:pt>
    <dgm:pt modelId="{5C7BC960-04A5-3740-BB9F-3EE545FA9596}" type="pres">
      <dgm:prSet presAssocID="{49860EB1-7F23-F249-99C7-F34A20C807E6}" presName="Name0" presStyleCnt="0">
        <dgm:presLayoutVars>
          <dgm:dir/>
          <dgm:animLvl val="lvl"/>
          <dgm:resizeHandles val="exact"/>
        </dgm:presLayoutVars>
      </dgm:prSet>
      <dgm:spPr/>
    </dgm:pt>
    <dgm:pt modelId="{B2786317-F616-4A43-A2FB-AC13537FF588}" type="pres">
      <dgm:prSet presAssocID="{63E654F0-DB36-EA4C-BFEA-5882ADAC6546}" presName="linNode" presStyleCnt="0"/>
      <dgm:spPr/>
    </dgm:pt>
    <dgm:pt modelId="{F34BA698-48BC-184A-801F-BDF320AFF192}" type="pres">
      <dgm:prSet presAssocID="{63E654F0-DB36-EA4C-BFEA-5882ADAC654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0390A5A-AAB4-844C-A0EF-9FE266170450}" type="pres">
      <dgm:prSet presAssocID="{13758E58-D4D2-E545-868F-0EE91C862BCD}" presName="sp" presStyleCnt="0"/>
      <dgm:spPr/>
    </dgm:pt>
    <dgm:pt modelId="{5EF54A5C-6052-684F-BA03-6D5791DCC893}" type="pres">
      <dgm:prSet presAssocID="{E2982D1C-17BD-CC42-A97E-BAE3BE2B4F7C}" presName="linNode" presStyleCnt="0"/>
      <dgm:spPr/>
    </dgm:pt>
    <dgm:pt modelId="{E3DEB9F9-BD0D-6849-949F-B005F6B8CBD8}" type="pres">
      <dgm:prSet presAssocID="{E2982D1C-17BD-CC42-A97E-BAE3BE2B4F7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9248AEA-F1A2-6149-A724-A33E548CEC73}" type="pres">
      <dgm:prSet presAssocID="{2C0900F2-61B4-7745-A755-40923BA74759}" presName="sp" presStyleCnt="0"/>
      <dgm:spPr/>
    </dgm:pt>
    <dgm:pt modelId="{41FDBEC5-AE38-9A4A-8478-A6A2E7B4C18C}" type="pres">
      <dgm:prSet presAssocID="{549B939B-A78F-C940-BFE4-B34D38213EA2}" presName="linNode" presStyleCnt="0"/>
      <dgm:spPr/>
    </dgm:pt>
    <dgm:pt modelId="{48F8D2BE-A134-1D41-A7D2-D71E410ED1ED}" type="pres">
      <dgm:prSet presAssocID="{549B939B-A78F-C940-BFE4-B34D38213EA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800F0D07-CDAD-8D48-B4DA-EABE1DAA7115}" srcId="{49860EB1-7F23-F249-99C7-F34A20C807E6}" destId="{E2982D1C-17BD-CC42-A97E-BAE3BE2B4F7C}" srcOrd="1" destOrd="0" parTransId="{FED6C9C3-3DE6-FD40-BF94-1C105AAB55DE}" sibTransId="{2C0900F2-61B4-7745-A755-40923BA74759}"/>
    <dgm:cxn modelId="{8ADCB219-E8FA-6846-99E6-4622E6BE1934}" type="presOf" srcId="{63E654F0-DB36-EA4C-BFEA-5882ADAC6546}" destId="{F34BA698-48BC-184A-801F-BDF320AFF192}" srcOrd="0" destOrd="0" presId="urn:microsoft.com/office/officeart/2005/8/layout/vList5"/>
    <dgm:cxn modelId="{FA2B6122-524F-DF4C-9886-5B4FBA2E6AA8}" type="presOf" srcId="{549B939B-A78F-C940-BFE4-B34D38213EA2}" destId="{48F8D2BE-A134-1D41-A7D2-D71E410ED1ED}" srcOrd="0" destOrd="0" presId="urn:microsoft.com/office/officeart/2005/8/layout/vList5"/>
    <dgm:cxn modelId="{FE52D63D-7AD1-744D-9FF1-8567A5CA37C4}" srcId="{49860EB1-7F23-F249-99C7-F34A20C807E6}" destId="{63E654F0-DB36-EA4C-BFEA-5882ADAC6546}" srcOrd="0" destOrd="0" parTransId="{4D651AEC-2A5B-FC49-966F-402C869B6659}" sibTransId="{13758E58-D4D2-E545-868F-0EE91C862BCD}"/>
    <dgm:cxn modelId="{9EFC3649-F4CB-C84D-998D-EB07267F52E4}" type="presOf" srcId="{49860EB1-7F23-F249-99C7-F34A20C807E6}" destId="{5C7BC960-04A5-3740-BB9F-3EE545FA9596}" srcOrd="0" destOrd="0" presId="urn:microsoft.com/office/officeart/2005/8/layout/vList5"/>
    <dgm:cxn modelId="{C10AD563-0EE2-4846-A538-AB8E1D3C15B1}" type="presOf" srcId="{E2982D1C-17BD-CC42-A97E-BAE3BE2B4F7C}" destId="{E3DEB9F9-BD0D-6849-949F-B005F6B8CBD8}" srcOrd="0" destOrd="0" presId="urn:microsoft.com/office/officeart/2005/8/layout/vList5"/>
    <dgm:cxn modelId="{2F9F6F6A-7A25-D94A-AFA9-F58FCEF91FB8}" srcId="{49860EB1-7F23-F249-99C7-F34A20C807E6}" destId="{549B939B-A78F-C940-BFE4-B34D38213EA2}" srcOrd="2" destOrd="0" parTransId="{47A81140-4FC6-2442-8C1A-F1FC00A0F192}" sibTransId="{DC218351-E20A-8A4C-91D1-AC8890577765}"/>
    <dgm:cxn modelId="{19CA1FF1-890E-B941-BDEB-91CFBBACC47C}" type="presParOf" srcId="{5C7BC960-04A5-3740-BB9F-3EE545FA9596}" destId="{B2786317-F616-4A43-A2FB-AC13537FF588}" srcOrd="0" destOrd="0" presId="urn:microsoft.com/office/officeart/2005/8/layout/vList5"/>
    <dgm:cxn modelId="{24446244-8D7E-E045-8D48-44A80FF86EDE}" type="presParOf" srcId="{B2786317-F616-4A43-A2FB-AC13537FF588}" destId="{F34BA698-48BC-184A-801F-BDF320AFF192}" srcOrd="0" destOrd="0" presId="urn:microsoft.com/office/officeart/2005/8/layout/vList5"/>
    <dgm:cxn modelId="{9E428BE5-C60C-9540-A1E0-68EDDFE5BFE1}" type="presParOf" srcId="{5C7BC960-04A5-3740-BB9F-3EE545FA9596}" destId="{D0390A5A-AAB4-844C-A0EF-9FE266170450}" srcOrd="1" destOrd="0" presId="urn:microsoft.com/office/officeart/2005/8/layout/vList5"/>
    <dgm:cxn modelId="{23086BBE-CDDA-824E-AFE7-E1C6FB99CABD}" type="presParOf" srcId="{5C7BC960-04A5-3740-BB9F-3EE545FA9596}" destId="{5EF54A5C-6052-684F-BA03-6D5791DCC893}" srcOrd="2" destOrd="0" presId="urn:microsoft.com/office/officeart/2005/8/layout/vList5"/>
    <dgm:cxn modelId="{37E0D7CC-6F0C-6E4A-A97D-2633AA842CE4}" type="presParOf" srcId="{5EF54A5C-6052-684F-BA03-6D5791DCC893}" destId="{E3DEB9F9-BD0D-6849-949F-B005F6B8CBD8}" srcOrd="0" destOrd="0" presId="urn:microsoft.com/office/officeart/2005/8/layout/vList5"/>
    <dgm:cxn modelId="{3CDAD06A-E7FF-364D-B870-7D5C9E84E487}" type="presParOf" srcId="{5C7BC960-04A5-3740-BB9F-3EE545FA9596}" destId="{F9248AEA-F1A2-6149-A724-A33E548CEC73}" srcOrd="3" destOrd="0" presId="urn:microsoft.com/office/officeart/2005/8/layout/vList5"/>
    <dgm:cxn modelId="{4792F1C0-E88A-AF4C-9FFD-C71419AB8976}" type="presParOf" srcId="{5C7BC960-04A5-3740-BB9F-3EE545FA9596}" destId="{41FDBEC5-AE38-9A4A-8478-A6A2E7B4C18C}" srcOrd="4" destOrd="0" presId="urn:microsoft.com/office/officeart/2005/8/layout/vList5"/>
    <dgm:cxn modelId="{42BD8AAD-A3DF-8A42-BB74-D877B8BEF2AC}" type="presParOf" srcId="{41FDBEC5-AE38-9A4A-8478-A6A2E7B4C18C}" destId="{48F8D2BE-A134-1D41-A7D2-D71E410ED1E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BA698-48BC-184A-801F-BDF320AFF192}">
      <dsp:nvSpPr>
        <dsp:cNvPr id="0" name=""/>
        <dsp:cNvSpPr/>
      </dsp:nvSpPr>
      <dsp:spPr>
        <a:xfrm>
          <a:off x="1776062" y="2645"/>
          <a:ext cx="1998070" cy="1746250"/>
        </a:xfrm>
        <a:prstGeom prst="roundRect">
          <a:avLst/>
        </a:prstGeom>
        <a:solidFill>
          <a:srgbClr val="F55954"/>
        </a:solidFill>
        <a:ln w="12700" cap="flat" cmpd="sng" algn="ctr">
          <a:solidFill>
            <a:srgbClr val="F5595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0" i="0" kern="1200" dirty="0">
              <a:latin typeface="American Typewriter" panose="02090604020004020304" pitchFamily="18" charset="0"/>
            </a:rPr>
            <a:t>Population</a:t>
          </a:r>
          <a:endParaRPr kumimoji="1" lang="ja-JP" altLang="en-US" sz="2400" b="0" i="0" kern="1200">
            <a:latin typeface="American Typewriter" panose="02090604020004020304" pitchFamily="18" charset="0"/>
          </a:endParaRPr>
        </a:p>
      </dsp:txBody>
      <dsp:txXfrm>
        <a:off x="1861307" y="87890"/>
        <a:ext cx="1827580" cy="1575760"/>
      </dsp:txXfrm>
    </dsp:sp>
    <dsp:sp modelId="{E3DEB9F9-BD0D-6849-949F-B005F6B8CBD8}">
      <dsp:nvSpPr>
        <dsp:cNvPr id="0" name=""/>
        <dsp:cNvSpPr/>
      </dsp:nvSpPr>
      <dsp:spPr>
        <a:xfrm>
          <a:off x="1776062" y="1836208"/>
          <a:ext cx="1998070" cy="1746250"/>
        </a:xfrm>
        <a:prstGeom prst="roundRect">
          <a:avLst/>
        </a:prstGeom>
        <a:solidFill>
          <a:srgbClr val="FD9D5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merican Typewriter" panose="02090604020004020304" pitchFamily="18" charset="0"/>
            </a:rPr>
            <a:t>Area &amp; Population density</a:t>
          </a:r>
          <a:endParaRPr kumimoji="1" lang="ja-JP" altLang="en-US" sz="2400" b="0" i="0" kern="1200">
            <a:latin typeface="American Typewriter" panose="02090604020004020304" pitchFamily="18" charset="0"/>
          </a:endParaRPr>
        </a:p>
      </dsp:txBody>
      <dsp:txXfrm>
        <a:off x="1861307" y="1921453"/>
        <a:ext cx="1827580" cy="1575760"/>
      </dsp:txXfrm>
    </dsp:sp>
    <dsp:sp modelId="{48F8D2BE-A134-1D41-A7D2-D71E410ED1ED}">
      <dsp:nvSpPr>
        <dsp:cNvPr id="0" name=""/>
        <dsp:cNvSpPr/>
      </dsp:nvSpPr>
      <dsp:spPr>
        <a:xfrm>
          <a:off x="1776062" y="3669771"/>
          <a:ext cx="1998070" cy="1746250"/>
        </a:xfrm>
        <a:prstGeom prst="roundRect">
          <a:avLst/>
        </a:prstGeom>
        <a:solidFill>
          <a:srgbClr val="2A6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0" i="0" kern="1200" dirty="0">
              <a:latin typeface="American Typewriter" panose="02090604020004020304" pitchFamily="18" charset="0"/>
            </a:rPr>
            <a:t>Medical care</a:t>
          </a:r>
          <a:endParaRPr kumimoji="1" lang="ja-JP" altLang="en-US" sz="2400" b="0" i="0" kern="1200">
            <a:latin typeface="American Typewriter" panose="02090604020004020304" pitchFamily="18" charset="0"/>
          </a:endParaRPr>
        </a:p>
      </dsp:txBody>
      <dsp:txXfrm>
        <a:off x="1861307" y="3755016"/>
        <a:ext cx="1827580" cy="157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F5CEF-58A4-7A49-BD27-ABC585B59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A1DF5D-EBC6-B541-B6FB-232DA4527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5FEB3A-B1E3-1741-8090-298DF2D2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311FC8-A78A-EE4B-ACD1-3FA4A3D6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EAC80-B556-8042-AB32-7A391BAF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50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F086EF-52DB-C045-9C10-CEE1AC5E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02D2A-0448-624B-9AE1-740369C5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F8111B-72AD-7749-BB48-95BD1935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468747-65CC-DB4B-B8F7-9F5B99D3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AB1914-0DCB-B343-A2C0-EA9DBD6F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29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BB5BA6-CFEF-334E-B14C-DA69AC5E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5C8CC1-EA68-4F40-99C8-D33EE80BC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AB5505-9CDC-3541-B56C-27D28656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19B4B2-737D-764A-B895-544BC33E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F210D3-FE9E-3048-B0D3-1499EF7A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5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7C06B-0DE0-2248-9E08-ED499675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1F0ADC-ABA8-CD40-BFF5-BFAC489A5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E35CD5-4CE1-B14C-96C7-BE3781B3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18DAEB-E6A7-2644-A8BB-999ED7B8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B7B009-C3FF-974B-A06E-6FF8DF4C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C55F98-226F-B64F-8D02-CCE216DF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74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321011-3187-1B41-9C32-FF4B949B5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95738D-6253-6843-9123-48E719151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26AF66-7999-BE4F-9A18-3B9B5037A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52377F-4B28-FA40-8AF7-F69D8B8B9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1C96BE-DEDC-D145-BB6C-4CC58839A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767B644-9AA8-9D40-AF07-FF7FE992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B55CE5-4527-F842-9134-B3884BBE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07E7DD-8552-4F4F-B541-7E9B7AC5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41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6CA8D-D3BD-2B4C-A48D-17486472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07CE3B-AE66-6543-AA96-36952E1D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3532BA-203D-F54C-91FF-0D4999E1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A37D489-9CD2-844C-9487-610940F8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22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CA1B88-5C83-7347-AFB9-7EB43334C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438925-4F81-084E-A952-8677E596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40F84C-FC68-F44C-8B47-112E1B1C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45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BF885F-88B6-3F4B-B911-898796E7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1318F1-DF52-3A43-B669-3B3B79CCD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0F6F64-2CC1-6D4C-9FB3-3CFF4900D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E9623A-F696-5842-8424-ED80DF7B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92FA41-5971-C941-BD80-08040A89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865F75-7D63-6440-8820-F4CA2C48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51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C382D7-0A68-F143-9ABB-07B530065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6CF28F-7A58-0F44-927F-7EB727CA1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E9B24E-B1CF-8941-B89A-FED12F17F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C35C26-596C-E54C-8C28-CD202DF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E5E494-F31C-1E46-A5BA-9A160916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BF3DDE-67DE-0643-A774-307333BD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1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C19BC-3E88-6448-9F70-7DF5AFEA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24A954-56C3-1047-BCF6-B482607DD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1E41C-4FD8-4248-A21E-07041277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E22E32-F1B4-0040-9E10-BC889B54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E91D8-B18B-7944-9EB7-008956D2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33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DCE7FE5-D745-C646-B742-88729D8F0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994767-327F-5A47-9D5B-A466CEC9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57325-728A-A948-B257-15DF8E08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A2337D-F0C0-F444-9359-87BAF5DC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1594D6-4E58-834F-BCDB-64D9B147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69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209CA1-A1F9-6E4B-B28D-11673B78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8BCFA8-D6BB-D54C-B405-809F657A7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B8F0BC-91AB-5D4E-99CA-AF619FB5E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A57C6-3539-5846-B4F6-B7C543468249}" type="datetimeFigureOut">
              <a:rPr kumimoji="1" lang="ja-JP" altLang="en-US" smtClean="0"/>
              <a:t>2022/1/19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AEBBF4-42DC-1C4D-9B05-D02546C1E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0B2FE-A66F-9046-A132-59E203FB9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B02E5-21E9-7742-939D-3BF228A82E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13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6.sv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0C5D753-9CE9-1245-B9A8-9B500DFFF7BC}"/>
              </a:ext>
            </a:extLst>
          </p:cNvPr>
          <p:cNvSpPr/>
          <p:nvPr/>
        </p:nvSpPr>
        <p:spPr>
          <a:xfrm>
            <a:off x="-225287" y="4493868"/>
            <a:ext cx="12642574" cy="2422259"/>
          </a:xfrm>
          <a:prstGeom prst="rect">
            <a:avLst/>
          </a:prstGeom>
          <a:solidFill>
            <a:srgbClr val="33A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D369B6A-E551-2D48-BE0B-CDEB3E751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6" y="1153002"/>
            <a:ext cx="5399155" cy="304152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443EF63-590F-5C4F-991D-579A2A28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97" y="1149165"/>
            <a:ext cx="5399160" cy="30057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F17F9F-3278-AA42-A20E-AFC1563949B6}"/>
              </a:ext>
            </a:extLst>
          </p:cNvPr>
          <p:cNvSpPr txBox="1"/>
          <p:nvPr/>
        </p:nvSpPr>
        <p:spPr>
          <a:xfrm>
            <a:off x="1921971" y="4661446"/>
            <a:ext cx="2466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 dirty="0">
                <a:latin typeface="American Typewriter" panose="02090604020004020304" pitchFamily="18" charset="0"/>
              </a:rPr>
              <a:t>Japan</a:t>
            </a:r>
            <a:endParaRPr kumimoji="1" lang="ja-JP" altLang="en-US" sz="4800">
              <a:latin typeface="American Typewriter" panose="02090604020004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DEF7D4-1746-DD43-8F78-649D0251038D}"/>
              </a:ext>
            </a:extLst>
          </p:cNvPr>
          <p:cNvSpPr txBox="1"/>
          <p:nvPr/>
        </p:nvSpPr>
        <p:spPr>
          <a:xfrm>
            <a:off x="5449028" y="4669867"/>
            <a:ext cx="1293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latin typeface="American Typewriter" panose="02090604020004020304" pitchFamily="18" charset="0"/>
              </a:rPr>
              <a:t>and</a:t>
            </a:r>
            <a:endParaRPr kumimoji="1" lang="ja-JP" altLang="en-US" sz="4800">
              <a:latin typeface="American Typewriter" panose="02090604020004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ED50C3C-BA1E-5543-8A8A-A8AF27B04C0E}"/>
              </a:ext>
            </a:extLst>
          </p:cNvPr>
          <p:cNvSpPr txBox="1"/>
          <p:nvPr/>
        </p:nvSpPr>
        <p:spPr>
          <a:xfrm>
            <a:off x="8162397" y="4661445"/>
            <a:ext cx="2927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latin typeface="American Typewriter" panose="02090604020004020304" pitchFamily="18" charset="0"/>
              </a:rPr>
              <a:t>Germany</a:t>
            </a:r>
            <a:endParaRPr kumimoji="1" lang="ja-JP" altLang="en-US" sz="4800">
              <a:latin typeface="American Typewriter" panose="02090604020004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A1AE46-CD79-0943-999F-A39A15765711}"/>
              </a:ext>
            </a:extLst>
          </p:cNvPr>
          <p:cNvSpPr txBox="1"/>
          <p:nvPr/>
        </p:nvSpPr>
        <p:spPr>
          <a:xfrm>
            <a:off x="5449028" y="5547461"/>
            <a:ext cx="6513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American Typewriter" panose="02090604020004020304" pitchFamily="18" charset="0"/>
              </a:rPr>
              <a:t>Presentation by Kotone Hayashi</a:t>
            </a:r>
            <a:endParaRPr kumimoji="1" lang="ja-JP" altLang="en-US" sz="3200"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39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13247C2-DC97-9142-8F7B-6440D1CE0DDF}"/>
              </a:ext>
            </a:extLst>
          </p:cNvPr>
          <p:cNvSpPr/>
          <p:nvPr/>
        </p:nvSpPr>
        <p:spPr>
          <a:xfrm>
            <a:off x="-139148" y="299804"/>
            <a:ext cx="4351384" cy="1004341"/>
          </a:xfrm>
          <a:prstGeom prst="rect">
            <a:avLst/>
          </a:prstGeom>
          <a:solidFill>
            <a:srgbClr val="33A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  <a:latin typeface="American Typewriter" panose="02090604020004020304" pitchFamily="18" charset="0"/>
              </a:rPr>
              <a:t>Both are …</a:t>
            </a:r>
            <a:endParaRPr kumimoji="1" lang="ja-JP" altLang="en-US" sz="3200">
              <a:solidFill>
                <a:schemeClr val="tx1"/>
              </a:solidFill>
              <a:latin typeface="American Typewriter" panose="02090604020004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8B48EE2-5EBD-2B49-BB94-CF94A591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8" y="1646837"/>
            <a:ext cx="5343012" cy="350977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E67E646-C9A1-9847-9745-B87E55E7B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107" y="1646836"/>
            <a:ext cx="5272907" cy="3509779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4004CE4-A331-7845-8D1B-9DD658649718}"/>
              </a:ext>
            </a:extLst>
          </p:cNvPr>
          <p:cNvSpPr/>
          <p:nvPr/>
        </p:nvSpPr>
        <p:spPr>
          <a:xfrm>
            <a:off x="7345179" y="5366479"/>
            <a:ext cx="5081665" cy="1004341"/>
          </a:xfrm>
          <a:prstGeom prst="rect">
            <a:avLst/>
          </a:prstGeom>
          <a:solidFill>
            <a:srgbClr val="33A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  <a:latin typeface="American Typewriter" panose="02090604020004020304" pitchFamily="18" charset="0"/>
              </a:rPr>
              <a:t>rich in nature</a:t>
            </a:r>
            <a:endParaRPr kumimoji="1" lang="ja-JP" altLang="en-US" sz="3200">
              <a:solidFill>
                <a:schemeClr val="tx1"/>
              </a:solidFill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29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1326B1-F73C-BB44-B499-F5AAF398320F}"/>
              </a:ext>
            </a:extLst>
          </p:cNvPr>
          <p:cNvSpPr/>
          <p:nvPr/>
        </p:nvSpPr>
        <p:spPr>
          <a:xfrm>
            <a:off x="7345179" y="5366479"/>
            <a:ext cx="5081665" cy="1004341"/>
          </a:xfrm>
          <a:prstGeom prst="rect">
            <a:avLst/>
          </a:prstGeom>
          <a:solidFill>
            <a:srgbClr val="33A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  <a:latin typeface="American Typewriter" panose="02090604020004020304" pitchFamily="18" charset="0"/>
              </a:rPr>
              <a:t>delicious food</a:t>
            </a:r>
            <a:endParaRPr kumimoji="1" lang="ja-JP" altLang="en-US" sz="3200">
              <a:solidFill>
                <a:schemeClr val="tx1"/>
              </a:solidFill>
              <a:latin typeface="American Typewriter" panose="02090604020004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A8CA056-1F23-4D40-950C-9519B086A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94" y="1263754"/>
            <a:ext cx="5152869" cy="343524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1EE22BB-8419-C549-A7FF-1DC4354D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38" y="1263754"/>
            <a:ext cx="5152869" cy="343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58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068D60C-D960-764B-8225-6EBE0B18F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9" y="2622099"/>
            <a:ext cx="5624017" cy="316731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3DE9F9B-52CE-3249-8E62-B1772882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113" y="2622099"/>
            <a:ext cx="5624018" cy="316108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E1A8DC-9DB7-8C46-8A08-926CF9B143B2}"/>
              </a:ext>
            </a:extLst>
          </p:cNvPr>
          <p:cNvSpPr/>
          <p:nvPr/>
        </p:nvSpPr>
        <p:spPr>
          <a:xfrm>
            <a:off x="-139148" y="299804"/>
            <a:ext cx="4741128" cy="1004341"/>
          </a:xfrm>
          <a:prstGeom prst="rect">
            <a:avLst/>
          </a:prstGeom>
          <a:solidFill>
            <a:srgbClr val="33A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  <a:latin typeface="American Typewriter" panose="02090604020004020304" pitchFamily="18" charset="0"/>
              </a:rPr>
              <a:t>Official language</a:t>
            </a:r>
            <a:endParaRPr kumimoji="1" lang="ja-JP" altLang="en-US" sz="3200">
              <a:solidFill>
                <a:schemeClr val="tx1"/>
              </a:solidFill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01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D733E8-C0AB-D240-BC7B-41BD8C0BF551}"/>
              </a:ext>
            </a:extLst>
          </p:cNvPr>
          <p:cNvSpPr/>
          <p:nvPr/>
        </p:nvSpPr>
        <p:spPr>
          <a:xfrm>
            <a:off x="-125500" y="296888"/>
            <a:ext cx="4351384" cy="1004341"/>
          </a:xfrm>
          <a:prstGeom prst="rect">
            <a:avLst/>
          </a:prstGeom>
          <a:solidFill>
            <a:srgbClr val="F559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Population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79428A8-0330-1A43-B4D2-DAD2F39E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86" y="1464043"/>
            <a:ext cx="5083019" cy="339370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6F52466-FFFC-6A4E-ADE0-E8066C0C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397" y="1490251"/>
            <a:ext cx="5083018" cy="336749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257D342-F15B-A242-B8FD-67B0E0D5EB65}"/>
              </a:ext>
            </a:extLst>
          </p:cNvPr>
          <p:cNvSpPr/>
          <p:nvPr/>
        </p:nvSpPr>
        <p:spPr>
          <a:xfrm>
            <a:off x="-225287" y="5244761"/>
            <a:ext cx="12642574" cy="920473"/>
          </a:xfrm>
          <a:prstGeom prst="rect">
            <a:avLst/>
          </a:prstGeom>
          <a:solidFill>
            <a:srgbClr val="F559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3C817CE-8237-E343-BBB2-2B6ED2F6D7CF}"/>
              </a:ext>
            </a:extLst>
          </p:cNvPr>
          <p:cNvSpPr txBox="1"/>
          <p:nvPr/>
        </p:nvSpPr>
        <p:spPr>
          <a:xfrm>
            <a:off x="1905537" y="5351055"/>
            <a:ext cx="1873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Japan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6A3952-B1CE-7D41-BF05-46ED314B8E44}"/>
              </a:ext>
            </a:extLst>
          </p:cNvPr>
          <p:cNvSpPr txBox="1"/>
          <p:nvPr/>
        </p:nvSpPr>
        <p:spPr>
          <a:xfrm>
            <a:off x="5542001" y="5351055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and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860F84-6B14-DD43-BEB4-804DAFA09A9C}"/>
              </a:ext>
            </a:extLst>
          </p:cNvPr>
          <p:cNvSpPr txBox="1"/>
          <p:nvPr/>
        </p:nvSpPr>
        <p:spPr>
          <a:xfrm>
            <a:off x="8116098" y="5351055"/>
            <a:ext cx="2466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Germany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46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A7DD15-4251-354C-A098-FA9FE598C5C0}"/>
              </a:ext>
            </a:extLst>
          </p:cNvPr>
          <p:cNvSpPr txBox="1"/>
          <p:nvPr/>
        </p:nvSpPr>
        <p:spPr>
          <a:xfrm>
            <a:off x="558943" y="1773205"/>
            <a:ext cx="1871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/>
              <a:t>🇯🇵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701592-C8A4-4548-8CED-9F76AD4955BD}"/>
              </a:ext>
            </a:extLst>
          </p:cNvPr>
          <p:cNvSpPr txBox="1"/>
          <p:nvPr/>
        </p:nvSpPr>
        <p:spPr>
          <a:xfrm flipH="1">
            <a:off x="7586112" y="1718793"/>
            <a:ext cx="875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/>
              <a:t>🇩🇪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FC5FD9-B837-C048-B86C-2C0D3EB13143}"/>
              </a:ext>
            </a:extLst>
          </p:cNvPr>
          <p:cNvSpPr txBox="1"/>
          <p:nvPr/>
        </p:nvSpPr>
        <p:spPr>
          <a:xfrm>
            <a:off x="2438095" y="1830318"/>
            <a:ext cx="2427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merican Typewriter" panose="02090604020004020304" pitchFamily="18" charset="0"/>
              </a:rPr>
              <a:t>128 million</a:t>
            </a:r>
            <a:endParaRPr kumimoji="1" lang="ja-JP" altLang="en-US" sz="3200">
              <a:latin typeface="American Typewriter" panose="02090604020004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7E62C1-A4E4-B04F-9830-23F4244C0414}"/>
              </a:ext>
            </a:extLst>
          </p:cNvPr>
          <p:cNvSpPr txBox="1"/>
          <p:nvPr/>
        </p:nvSpPr>
        <p:spPr>
          <a:xfrm>
            <a:off x="9170026" y="1773205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merican Typewriter" panose="02090604020004020304" pitchFamily="18" charset="0"/>
              </a:rPr>
              <a:t>83 million</a:t>
            </a:r>
            <a:endParaRPr kumimoji="1" lang="ja-JP" altLang="en-US" sz="3200">
              <a:latin typeface="American Typewriter" panose="02090604020004020304" pitchFamily="18" charset="0"/>
            </a:endParaRPr>
          </a:p>
        </p:txBody>
      </p:sp>
      <p:pic>
        <p:nvPicPr>
          <p:cNvPr id="3" name="グラフィックス 2" descr="男の人">
            <a:extLst>
              <a:ext uri="{FF2B5EF4-FFF2-40B4-BE49-F238E27FC236}">
                <a16:creationId xmlns:a16="http://schemas.microsoft.com/office/drawing/2014/main" id="{B847FB2B-B91A-BA41-8905-21FEF896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635" y="2747495"/>
            <a:ext cx="914400" cy="914400"/>
          </a:xfrm>
          <a:prstGeom prst="rect">
            <a:avLst/>
          </a:prstGeom>
        </p:spPr>
      </p:pic>
      <p:pic>
        <p:nvPicPr>
          <p:cNvPr id="10" name="グラフィックス 9" descr="男の人">
            <a:extLst>
              <a:ext uri="{FF2B5EF4-FFF2-40B4-BE49-F238E27FC236}">
                <a16:creationId xmlns:a16="http://schemas.microsoft.com/office/drawing/2014/main" id="{1A7F9D9A-6DF5-E04E-8CFA-678085EE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0083" y="2734456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男の人">
            <a:extLst>
              <a:ext uri="{FF2B5EF4-FFF2-40B4-BE49-F238E27FC236}">
                <a16:creationId xmlns:a16="http://schemas.microsoft.com/office/drawing/2014/main" id="{398005FF-35FB-5347-B658-3EB3B5B2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997" y="2747495"/>
            <a:ext cx="914400" cy="914400"/>
          </a:xfrm>
          <a:prstGeom prst="rect">
            <a:avLst/>
          </a:prstGeom>
        </p:spPr>
      </p:pic>
      <p:pic>
        <p:nvPicPr>
          <p:cNvPr id="12" name="グラフィックス 11" descr="男の人">
            <a:extLst>
              <a:ext uri="{FF2B5EF4-FFF2-40B4-BE49-F238E27FC236}">
                <a16:creationId xmlns:a16="http://schemas.microsoft.com/office/drawing/2014/main" id="{CF07F081-70D9-5F43-B9EA-DA098FE09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9359" y="2747495"/>
            <a:ext cx="914400" cy="914400"/>
          </a:xfrm>
          <a:prstGeom prst="rect">
            <a:avLst/>
          </a:prstGeom>
        </p:spPr>
      </p:pic>
      <p:pic>
        <p:nvPicPr>
          <p:cNvPr id="13" name="グラフィックス 12" descr="男の人">
            <a:extLst>
              <a:ext uri="{FF2B5EF4-FFF2-40B4-BE49-F238E27FC236}">
                <a16:creationId xmlns:a16="http://schemas.microsoft.com/office/drawing/2014/main" id="{1AA6C19D-4DE0-654D-A3B1-81D59A026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4721" y="2734456"/>
            <a:ext cx="914400" cy="914400"/>
          </a:xfrm>
          <a:prstGeom prst="rect">
            <a:avLst/>
          </a:prstGeom>
        </p:spPr>
      </p:pic>
      <p:pic>
        <p:nvPicPr>
          <p:cNvPr id="14" name="グラフィックス 13" descr="男の人">
            <a:extLst>
              <a:ext uri="{FF2B5EF4-FFF2-40B4-BE49-F238E27FC236}">
                <a16:creationId xmlns:a16="http://schemas.microsoft.com/office/drawing/2014/main" id="{9C9EBF9F-B2F8-F94A-9C4C-852EF01DC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635" y="4109571"/>
            <a:ext cx="914400" cy="914400"/>
          </a:xfrm>
          <a:prstGeom prst="rect">
            <a:avLst/>
          </a:prstGeom>
        </p:spPr>
      </p:pic>
      <p:pic>
        <p:nvPicPr>
          <p:cNvPr id="15" name="グラフィックス 14" descr="男の人">
            <a:extLst>
              <a:ext uri="{FF2B5EF4-FFF2-40B4-BE49-F238E27FC236}">
                <a16:creationId xmlns:a16="http://schemas.microsoft.com/office/drawing/2014/main" id="{75E58343-21EB-F043-9D59-D2BA5CFF9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0083" y="4096532"/>
            <a:ext cx="914400" cy="914400"/>
          </a:xfrm>
          <a:prstGeom prst="rect">
            <a:avLst/>
          </a:prstGeom>
        </p:spPr>
      </p:pic>
      <p:pic>
        <p:nvPicPr>
          <p:cNvPr id="16" name="グラフィックス 15" descr="男の人">
            <a:extLst>
              <a:ext uri="{FF2B5EF4-FFF2-40B4-BE49-F238E27FC236}">
                <a16:creationId xmlns:a16="http://schemas.microsoft.com/office/drawing/2014/main" id="{92D17E1A-B652-0144-A3D0-754DA239A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997" y="4109571"/>
            <a:ext cx="914400" cy="914400"/>
          </a:xfrm>
          <a:prstGeom prst="rect">
            <a:avLst/>
          </a:prstGeom>
        </p:spPr>
      </p:pic>
      <p:pic>
        <p:nvPicPr>
          <p:cNvPr id="17" name="グラフィックス 16" descr="男の人">
            <a:extLst>
              <a:ext uri="{FF2B5EF4-FFF2-40B4-BE49-F238E27FC236}">
                <a16:creationId xmlns:a16="http://schemas.microsoft.com/office/drawing/2014/main" id="{7BB59BF5-BF14-4041-BF07-20BEE4B55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9359" y="4109571"/>
            <a:ext cx="914400" cy="914400"/>
          </a:xfrm>
          <a:prstGeom prst="rect">
            <a:avLst/>
          </a:prstGeom>
        </p:spPr>
      </p:pic>
      <p:pic>
        <p:nvPicPr>
          <p:cNvPr id="18" name="グラフィックス 17" descr="男の人">
            <a:extLst>
              <a:ext uri="{FF2B5EF4-FFF2-40B4-BE49-F238E27FC236}">
                <a16:creationId xmlns:a16="http://schemas.microsoft.com/office/drawing/2014/main" id="{212FC198-992F-8C4D-A1CD-D26105DBC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4721" y="4096532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男の人">
            <a:extLst>
              <a:ext uri="{FF2B5EF4-FFF2-40B4-BE49-F238E27FC236}">
                <a16:creationId xmlns:a16="http://schemas.microsoft.com/office/drawing/2014/main" id="{808430FC-E659-DB41-A470-668C6C2CF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635" y="5471647"/>
            <a:ext cx="914400" cy="914400"/>
          </a:xfrm>
          <a:prstGeom prst="rect">
            <a:avLst/>
          </a:prstGeom>
        </p:spPr>
      </p:pic>
      <p:pic>
        <p:nvPicPr>
          <p:cNvPr id="20" name="グラフィックス 19" descr="男の人">
            <a:extLst>
              <a:ext uri="{FF2B5EF4-FFF2-40B4-BE49-F238E27FC236}">
                <a16:creationId xmlns:a16="http://schemas.microsoft.com/office/drawing/2014/main" id="{924391EE-F54E-B64E-AC76-01EF8CC73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0083" y="5458608"/>
            <a:ext cx="914400" cy="914400"/>
          </a:xfrm>
          <a:prstGeom prst="rect">
            <a:avLst/>
          </a:prstGeom>
        </p:spPr>
      </p:pic>
      <p:pic>
        <p:nvPicPr>
          <p:cNvPr id="21" name="グラフィックス 20" descr="男の人">
            <a:extLst>
              <a:ext uri="{FF2B5EF4-FFF2-40B4-BE49-F238E27FC236}">
                <a16:creationId xmlns:a16="http://schemas.microsoft.com/office/drawing/2014/main" id="{30EA28EB-FB7D-8249-B54C-CB08EF500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997" y="5471647"/>
            <a:ext cx="914400" cy="914400"/>
          </a:xfrm>
          <a:prstGeom prst="rect">
            <a:avLst/>
          </a:prstGeom>
        </p:spPr>
      </p:pic>
      <p:pic>
        <p:nvPicPr>
          <p:cNvPr id="22" name="グラフィックス 21" descr="男の人">
            <a:extLst>
              <a:ext uri="{FF2B5EF4-FFF2-40B4-BE49-F238E27FC236}">
                <a16:creationId xmlns:a16="http://schemas.microsoft.com/office/drawing/2014/main" id="{9BB57E45-BE02-1C4F-B686-F3745EF4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9359" y="5471647"/>
            <a:ext cx="914400" cy="914400"/>
          </a:xfrm>
          <a:prstGeom prst="rect">
            <a:avLst/>
          </a:prstGeom>
        </p:spPr>
      </p:pic>
      <p:pic>
        <p:nvPicPr>
          <p:cNvPr id="23" name="グラフィックス 22" descr="男の人">
            <a:extLst>
              <a:ext uri="{FF2B5EF4-FFF2-40B4-BE49-F238E27FC236}">
                <a16:creationId xmlns:a16="http://schemas.microsoft.com/office/drawing/2014/main" id="{AE1CDD81-24D9-014C-A177-002EEC643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4721" y="5458608"/>
            <a:ext cx="914400" cy="914400"/>
          </a:xfrm>
          <a:prstGeom prst="rect">
            <a:avLst/>
          </a:prstGeom>
        </p:spPr>
      </p:pic>
      <p:pic>
        <p:nvPicPr>
          <p:cNvPr id="24" name="グラフィックス 23" descr="男の人">
            <a:extLst>
              <a:ext uri="{FF2B5EF4-FFF2-40B4-BE49-F238E27FC236}">
                <a16:creationId xmlns:a16="http://schemas.microsoft.com/office/drawing/2014/main" id="{8A14985A-A2AE-F549-B63A-CF179D5C5F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4989" y="2760534"/>
            <a:ext cx="914400" cy="914400"/>
          </a:xfrm>
          <a:prstGeom prst="rect">
            <a:avLst/>
          </a:prstGeom>
        </p:spPr>
      </p:pic>
      <p:pic>
        <p:nvPicPr>
          <p:cNvPr id="25" name="グラフィックス 24" descr="男の人">
            <a:extLst>
              <a:ext uri="{FF2B5EF4-FFF2-40B4-BE49-F238E27FC236}">
                <a16:creationId xmlns:a16="http://schemas.microsoft.com/office/drawing/2014/main" id="{BF27A6E2-9597-564A-9A65-0C4DC06BD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96437" y="2747495"/>
            <a:ext cx="914400" cy="914400"/>
          </a:xfrm>
          <a:prstGeom prst="rect">
            <a:avLst/>
          </a:prstGeom>
        </p:spPr>
      </p:pic>
      <p:pic>
        <p:nvPicPr>
          <p:cNvPr id="26" name="グラフィックス 25" descr="男の人">
            <a:extLst>
              <a:ext uri="{FF2B5EF4-FFF2-40B4-BE49-F238E27FC236}">
                <a16:creationId xmlns:a16="http://schemas.microsoft.com/office/drawing/2014/main" id="{6E6512DC-C06D-754F-AF50-1B06B28C53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0351" y="2760534"/>
            <a:ext cx="914400" cy="914400"/>
          </a:xfrm>
          <a:prstGeom prst="rect">
            <a:avLst/>
          </a:prstGeom>
        </p:spPr>
      </p:pic>
      <p:pic>
        <p:nvPicPr>
          <p:cNvPr id="27" name="グラフィックス 26" descr="男の人">
            <a:extLst>
              <a:ext uri="{FF2B5EF4-FFF2-40B4-BE49-F238E27FC236}">
                <a16:creationId xmlns:a16="http://schemas.microsoft.com/office/drawing/2014/main" id="{9CC9E2E1-BF95-1C40-99D7-D417D73F44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5713" y="2760534"/>
            <a:ext cx="914400" cy="914400"/>
          </a:xfrm>
          <a:prstGeom prst="rect">
            <a:avLst/>
          </a:prstGeom>
        </p:spPr>
      </p:pic>
      <p:pic>
        <p:nvPicPr>
          <p:cNvPr id="28" name="グラフィックス 27" descr="男の人">
            <a:extLst>
              <a:ext uri="{FF2B5EF4-FFF2-40B4-BE49-F238E27FC236}">
                <a16:creationId xmlns:a16="http://schemas.microsoft.com/office/drawing/2014/main" id="{C5C894D0-CFC0-3544-A01D-2240E1680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1075" y="2747495"/>
            <a:ext cx="914400" cy="914400"/>
          </a:xfrm>
          <a:prstGeom prst="rect">
            <a:avLst/>
          </a:prstGeom>
        </p:spPr>
      </p:pic>
      <p:pic>
        <p:nvPicPr>
          <p:cNvPr id="29" name="グラフィックス 28" descr="男の人">
            <a:extLst>
              <a:ext uri="{FF2B5EF4-FFF2-40B4-BE49-F238E27FC236}">
                <a16:creationId xmlns:a16="http://schemas.microsoft.com/office/drawing/2014/main" id="{2FFF7D35-4D9C-C74F-AE32-4D3B2C426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4989" y="4122610"/>
            <a:ext cx="914400" cy="914400"/>
          </a:xfrm>
          <a:prstGeom prst="rect">
            <a:avLst/>
          </a:prstGeom>
        </p:spPr>
      </p:pic>
      <p:pic>
        <p:nvPicPr>
          <p:cNvPr id="30" name="グラフィックス 29" descr="男の人">
            <a:extLst>
              <a:ext uri="{FF2B5EF4-FFF2-40B4-BE49-F238E27FC236}">
                <a16:creationId xmlns:a16="http://schemas.microsoft.com/office/drawing/2014/main" id="{60C389D1-F66C-804F-8541-2786F409A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6437" y="4109571"/>
            <a:ext cx="914400" cy="914400"/>
          </a:xfrm>
          <a:prstGeom prst="rect">
            <a:avLst/>
          </a:prstGeom>
        </p:spPr>
      </p:pic>
      <p:pic>
        <p:nvPicPr>
          <p:cNvPr id="31" name="グラフィックス 30" descr="男の人">
            <a:extLst>
              <a:ext uri="{FF2B5EF4-FFF2-40B4-BE49-F238E27FC236}">
                <a16:creationId xmlns:a16="http://schemas.microsoft.com/office/drawing/2014/main" id="{06246DC3-C1C6-B84E-9419-214D5518F1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0351" y="4122610"/>
            <a:ext cx="914400" cy="914400"/>
          </a:xfrm>
          <a:prstGeom prst="rect">
            <a:avLst/>
          </a:prstGeom>
        </p:spPr>
      </p:pic>
      <p:pic>
        <p:nvPicPr>
          <p:cNvPr id="32" name="グラフィックス 31" descr="男の人">
            <a:extLst>
              <a:ext uri="{FF2B5EF4-FFF2-40B4-BE49-F238E27FC236}">
                <a16:creationId xmlns:a16="http://schemas.microsoft.com/office/drawing/2014/main" id="{763C3A5B-0548-3146-BFBB-B1F15CE9D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5713" y="4122610"/>
            <a:ext cx="914400" cy="914400"/>
          </a:xfrm>
          <a:prstGeom prst="rect">
            <a:avLst/>
          </a:prstGeom>
        </p:spPr>
      </p:pic>
      <p:pic>
        <p:nvPicPr>
          <p:cNvPr id="33" name="グラフィックス 32" descr="男の人">
            <a:extLst>
              <a:ext uri="{FF2B5EF4-FFF2-40B4-BE49-F238E27FC236}">
                <a16:creationId xmlns:a16="http://schemas.microsoft.com/office/drawing/2014/main" id="{FB986101-ED6A-274D-82CC-930C1A609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1075" y="4109571"/>
            <a:ext cx="914400" cy="914400"/>
          </a:xfrm>
          <a:prstGeom prst="rect">
            <a:avLst/>
          </a:prstGeom>
        </p:spPr>
      </p:pic>
      <p:pic>
        <p:nvPicPr>
          <p:cNvPr id="34" name="グラフィックス 33" descr="男の人">
            <a:extLst>
              <a:ext uri="{FF2B5EF4-FFF2-40B4-BE49-F238E27FC236}">
                <a16:creationId xmlns:a16="http://schemas.microsoft.com/office/drawing/2014/main" id="{72613ECE-017B-624A-9988-5F2265C80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4989" y="5484686"/>
            <a:ext cx="914400" cy="914400"/>
          </a:xfrm>
          <a:prstGeom prst="rect">
            <a:avLst/>
          </a:prstGeom>
        </p:spPr>
      </p:pic>
      <p:pic>
        <p:nvPicPr>
          <p:cNvPr id="35" name="グラフィックス 34" descr="男の人">
            <a:extLst>
              <a:ext uri="{FF2B5EF4-FFF2-40B4-BE49-F238E27FC236}">
                <a16:creationId xmlns:a16="http://schemas.microsoft.com/office/drawing/2014/main" id="{06AFD87F-4B04-D24E-BACC-851A37805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6437" y="5471647"/>
            <a:ext cx="914400" cy="914400"/>
          </a:xfrm>
          <a:prstGeom prst="rect">
            <a:avLst/>
          </a:prstGeom>
        </p:spPr>
      </p:pic>
      <p:pic>
        <p:nvPicPr>
          <p:cNvPr id="36" name="グラフィックス 35" descr="男の人">
            <a:extLst>
              <a:ext uri="{FF2B5EF4-FFF2-40B4-BE49-F238E27FC236}">
                <a16:creationId xmlns:a16="http://schemas.microsoft.com/office/drawing/2014/main" id="{390B86F2-6137-144A-B583-405570BF6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0351" y="5484686"/>
            <a:ext cx="914400" cy="914400"/>
          </a:xfrm>
          <a:prstGeom prst="rect">
            <a:avLst/>
          </a:prstGeom>
        </p:spPr>
      </p:pic>
      <p:pic>
        <p:nvPicPr>
          <p:cNvPr id="37" name="グラフィックス 36" descr="男の人">
            <a:extLst>
              <a:ext uri="{FF2B5EF4-FFF2-40B4-BE49-F238E27FC236}">
                <a16:creationId xmlns:a16="http://schemas.microsoft.com/office/drawing/2014/main" id="{509DB782-B177-6C48-BF10-2FF5CFC5E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5713" y="5484686"/>
            <a:ext cx="914400" cy="914400"/>
          </a:xfrm>
          <a:prstGeom prst="rect">
            <a:avLst/>
          </a:prstGeom>
        </p:spPr>
      </p:pic>
      <p:pic>
        <p:nvPicPr>
          <p:cNvPr id="38" name="グラフィックス 37" descr="男の人">
            <a:extLst>
              <a:ext uri="{FF2B5EF4-FFF2-40B4-BE49-F238E27FC236}">
                <a16:creationId xmlns:a16="http://schemas.microsoft.com/office/drawing/2014/main" id="{C8582C87-A76D-4048-80CB-5001020D4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1075" y="5471647"/>
            <a:ext cx="914400" cy="91440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0A7CFC1-1398-5440-B896-812B112F571D}"/>
              </a:ext>
            </a:extLst>
          </p:cNvPr>
          <p:cNvSpPr/>
          <p:nvPr/>
        </p:nvSpPr>
        <p:spPr>
          <a:xfrm>
            <a:off x="-125500" y="296888"/>
            <a:ext cx="4351384" cy="1004341"/>
          </a:xfrm>
          <a:prstGeom prst="rect">
            <a:avLst/>
          </a:prstGeom>
          <a:solidFill>
            <a:srgbClr val="F559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Population</a:t>
            </a:r>
          </a:p>
        </p:txBody>
      </p:sp>
    </p:spTree>
    <p:extLst>
      <p:ext uri="{BB962C8B-B14F-4D97-AF65-F5344CB8AC3E}">
        <p14:creationId xmlns:p14="http://schemas.microsoft.com/office/powerpoint/2010/main" val="402826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A8153A-5C10-8744-80CE-28E4DF334F3B}"/>
              </a:ext>
            </a:extLst>
          </p:cNvPr>
          <p:cNvSpPr/>
          <p:nvPr/>
        </p:nvSpPr>
        <p:spPr>
          <a:xfrm>
            <a:off x="-125500" y="296888"/>
            <a:ext cx="3201209" cy="1004341"/>
          </a:xfrm>
          <a:prstGeom prst="rect">
            <a:avLst/>
          </a:prstGeom>
          <a:solidFill>
            <a:srgbClr val="FD9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Area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BD5505-C59B-2647-826E-10266B2F65A0}"/>
              </a:ext>
            </a:extLst>
          </p:cNvPr>
          <p:cNvSpPr txBox="1"/>
          <p:nvPr/>
        </p:nvSpPr>
        <p:spPr>
          <a:xfrm>
            <a:off x="4399818" y="1164006"/>
            <a:ext cx="4786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Which one has the larger area?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  <p:sp>
        <p:nvSpPr>
          <p:cNvPr id="8" name="雲形吹き出し 7">
            <a:extLst>
              <a:ext uri="{FF2B5EF4-FFF2-40B4-BE49-F238E27FC236}">
                <a16:creationId xmlns:a16="http://schemas.microsoft.com/office/drawing/2014/main" id="{9F5F452B-6E1A-324A-B9F3-5603BD5B91AA}"/>
              </a:ext>
            </a:extLst>
          </p:cNvPr>
          <p:cNvSpPr/>
          <p:nvPr/>
        </p:nvSpPr>
        <p:spPr>
          <a:xfrm>
            <a:off x="3267355" y="127636"/>
            <a:ext cx="6584896" cy="3396181"/>
          </a:xfrm>
          <a:prstGeom prst="cloudCallout">
            <a:avLst/>
          </a:prstGeom>
          <a:noFill/>
          <a:ln>
            <a:solidFill>
              <a:srgbClr val="307B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DADC86A-DBC6-9741-9483-30FBE3A5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82" y="3246820"/>
            <a:ext cx="2489082" cy="248908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2020931-A6DB-864F-B9F2-E754DC99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30" y="3246820"/>
            <a:ext cx="2453253" cy="2529127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5E15A97-5641-A94A-9212-C64A2F7A1F44}"/>
              </a:ext>
            </a:extLst>
          </p:cNvPr>
          <p:cNvSpPr/>
          <p:nvPr/>
        </p:nvSpPr>
        <p:spPr>
          <a:xfrm>
            <a:off x="-225287" y="5815992"/>
            <a:ext cx="12642574" cy="920473"/>
          </a:xfrm>
          <a:prstGeom prst="rect">
            <a:avLst/>
          </a:prstGeom>
          <a:solidFill>
            <a:srgbClr val="FD9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EEE4B2-050D-5441-A051-3D54D74ACA21}"/>
              </a:ext>
            </a:extLst>
          </p:cNvPr>
          <p:cNvSpPr txBox="1"/>
          <p:nvPr/>
        </p:nvSpPr>
        <p:spPr>
          <a:xfrm>
            <a:off x="1905537" y="5922286"/>
            <a:ext cx="1873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Japan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3AAE0A2-BAD5-4C44-80A2-7929FD61B67A}"/>
              </a:ext>
            </a:extLst>
          </p:cNvPr>
          <p:cNvSpPr txBox="1"/>
          <p:nvPr/>
        </p:nvSpPr>
        <p:spPr>
          <a:xfrm>
            <a:off x="5542001" y="5922286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and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3EFC981-F13B-7741-905E-8CE847EA6868}"/>
              </a:ext>
            </a:extLst>
          </p:cNvPr>
          <p:cNvSpPr txBox="1"/>
          <p:nvPr/>
        </p:nvSpPr>
        <p:spPr>
          <a:xfrm>
            <a:off x="8116098" y="5922286"/>
            <a:ext cx="2466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American Typewriter" panose="02090604020004020304" pitchFamily="18" charset="0"/>
              </a:rPr>
              <a:t>Germany</a:t>
            </a:r>
            <a:endParaRPr kumimoji="1" lang="ja-JP" altLang="en-US" sz="4000"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80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055A91F-D200-B64E-865B-FAEA32B89A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4512651"/>
              </p:ext>
            </p:extLst>
          </p:nvPr>
        </p:nvGraphicFramePr>
        <p:xfrm>
          <a:off x="2032000" y="719665"/>
          <a:ext cx="9000000" cy="5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BCE84F-1C2A-AA4F-89AF-BABAC07A296D}"/>
              </a:ext>
            </a:extLst>
          </p:cNvPr>
          <p:cNvSpPr txBox="1"/>
          <p:nvPr/>
        </p:nvSpPr>
        <p:spPr>
          <a:xfrm>
            <a:off x="4328160" y="2584002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/>
              <a:t>🇯🇵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EBED50-FEB2-7A4A-A94B-4E9E70AC03B2}"/>
              </a:ext>
            </a:extLst>
          </p:cNvPr>
          <p:cNvSpPr txBox="1"/>
          <p:nvPr/>
        </p:nvSpPr>
        <p:spPr>
          <a:xfrm>
            <a:off x="4239192" y="3414999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merican Typewriter" panose="02090604020004020304" pitchFamily="18" charset="0"/>
              </a:rPr>
              <a:t>378,000</a:t>
            </a:r>
            <a:endParaRPr kumimoji="1" lang="ja-JP" altLang="en-US">
              <a:latin typeface="American Typewriter" panose="02090604020004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BB7C5B-9FB3-894C-8CAB-FBA884BF8340}"/>
              </a:ext>
            </a:extLst>
          </p:cNvPr>
          <p:cNvSpPr txBox="1"/>
          <p:nvPr/>
        </p:nvSpPr>
        <p:spPr>
          <a:xfrm>
            <a:off x="8351519" y="2584001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/>
              <a:t>🇩🇪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88764C-3833-8F42-9722-8E97E7410FD1}"/>
              </a:ext>
            </a:extLst>
          </p:cNvPr>
          <p:cNvSpPr txBox="1"/>
          <p:nvPr/>
        </p:nvSpPr>
        <p:spPr>
          <a:xfrm>
            <a:off x="8275696" y="3414998"/>
            <a:ext cx="1105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merican Typewriter" panose="02090604020004020304" pitchFamily="18" charset="0"/>
              </a:rPr>
              <a:t>357,000</a:t>
            </a:r>
            <a:endParaRPr kumimoji="1" lang="ja-JP" altLang="en-US"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3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E1F7D4-007C-D542-8414-8F95246377C0}"/>
              </a:ext>
            </a:extLst>
          </p:cNvPr>
          <p:cNvSpPr/>
          <p:nvPr/>
        </p:nvSpPr>
        <p:spPr>
          <a:xfrm>
            <a:off x="-125500" y="296888"/>
            <a:ext cx="5207863" cy="828201"/>
          </a:xfrm>
          <a:prstGeom prst="rect">
            <a:avLst/>
          </a:prstGeom>
          <a:solidFill>
            <a:srgbClr val="FD9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Population density</a:t>
            </a:r>
            <a:endParaRPr kumimoji="1" lang="en-US" altLang="ja-JP" sz="3200" dirty="0">
              <a:solidFill>
                <a:schemeClr val="bg1"/>
              </a:solidFill>
              <a:latin typeface="American Typewriter" panose="02090604020004020304" pitchFamily="18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BA65168-FB0D-5942-922E-9919E7947067}"/>
              </a:ext>
            </a:extLst>
          </p:cNvPr>
          <p:cNvSpPr/>
          <p:nvPr/>
        </p:nvSpPr>
        <p:spPr>
          <a:xfrm>
            <a:off x="3232298" y="5890437"/>
            <a:ext cx="9279607" cy="828201"/>
          </a:xfrm>
          <a:prstGeom prst="rect">
            <a:avLst/>
          </a:prstGeom>
          <a:solidFill>
            <a:srgbClr val="FD9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  <a:latin typeface="American Typewriter" panose="02090604020004020304" pitchFamily="18" charset="0"/>
              </a:rPr>
              <a:t>Converting these to population density ...</a:t>
            </a:r>
            <a:endParaRPr lang="ja-JP" altLang="ja-JP" sz="3200">
              <a:solidFill>
                <a:schemeClr val="tx1"/>
              </a:solidFill>
              <a:latin typeface="American Typewriter" panose="02090604020004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F02D718-AEA6-8840-8EB4-95C3BA14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04" y="1422298"/>
            <a:ext cx="4170930" cy="417093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C705D80-CE7C-904F-B32F-3DA94B13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98" y="1422298"/>
            <a:ext cx="3516041" cy="3624785"/>
          </a:xfrm>
          <a:prstGeom prst="rect">
            <a:avLst/>
          </a:prstGeom>
        </p:spPr>
      </p:pic>
      <p:pic>
        <p:nvPicPr>
          <p:cNvPr id="8" name="グラフィックス 7" descr="男の人">
            <a:extLst>
              <a:ext uri="{FF2B5EF4-FFF2-40B4-BE49-F238E27FC236}">
                <a16:creationId xmlns:a16="http://schemas.microsoft.com/office/drawing/2014/main" id="{9DEBF3FF-C9B9-2949-A6F3-D819DCE95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9354" y="2359517"/>
            <a:ext cx="650082" cy="650082"/>
          </a:xfrm>
          <a:prstGeom prst="rect">
            <a:avLst/>
          </a:prstGeom>
        </p:spPr>
      </p:pic>
      <p:pic>
        <p:nvPicPr>
          <p:cNvPr id="9" name="グラフィックス 8" descr="男の人">
            <a:extLst>
              <a:ext uri="{FF2B5EF4-FFF2-40B4-BE49-F238E27FC236}">
                <a16:creationId xmlns:a16="http://schemas.microsoft.com/office/drawing/2014/main" id="{17DB913C-790C-CD42-88AD-F2B8E6AE9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2949" y="2359517"/>
            <a:ext cx="650082" cy="650082"/>
          </a:xfrm>
          <a:prstGeom prst="rect">
            <a:avLst/>
          </a:prstGeom>
        </p:spPr>
      </p:pic>
      <p:pic>
        <p:nvPicPr>
          <p:cNvPr id="10" name="グラフィックス 9" descr="男の人">
            <a:extLst>
              <a:ext uri="{FF2B5EF4-FFF2-40B4-BE49-F238E27FC236}">
                <a16:creationId xmlns:a16="http://schemas.microsoft.com/office/drawing/2014/main" id="{CCDA3791-6683-9749-BCD3-D37C0CA2D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262" y="2359517"/>
            <a:ext cx="650082" cy="650082"/>
          </a:xfrm>
          <a:prstGeom prst="rect">
            <a:avLst/>
          </a:prstGeom>
        </p:spPr>
      </p:pic>
      <p:pic>
        <p:nvPicPr>
          <p:cNvPr id="11" name="グラフィックス 10" descr="男の人">
            <a:extLst>
              <a:ext uri="{FF2B5EF4-FFF2-40B4-BE49-F238E27FC236}">
                <a16:creationId xmlns:a16="http://schemas.microsoft.com/office/drawing/2014/main" id="{F56342CF-2B30-E948-B8BC-CF2ABCDD6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583" y="2375647"/>
            <a:ext cx="650082" cy="650082"/>
          </a:xfrm>
          <a:prstGeom prst="rect">
            <a:avLst/>
          </a:prstGeom>
        </p:spPr>
      </p:pic>
      <p:pic>
        <p:nvPicPr>
          <p:cNvPr id="12" name="グラフィックス 11" descr="男の人">
            <a:extLst>
              <a:ext uri="{FF2B5EF4-FFF2-40B4-BE49-F238E27FC236}">
                <a16:creationId xmlns:a16="http://schemas.microsoft.com/office/drawing/2014/main" id="{F3C8BD11-D0F2-B041-A439-26A0CFC6A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252" y="2359517"/>
            <a:ext cx="650082" cy="650082"/>
          </a:xfrm>
          <a:prstGeom prst="rect">
            <a:avLst/>
          </a:prstGeom>
        </p:spPr>
      </p:pic>
      <p:pic>
        <p:nvPicPr>
          <p:cNvPr id="13" name="グラフィックス 12" descr="男の人">
            <a:extLst>
              <a:ext uri="{FF2B5EF4-FFF2-40B4-BE49-F238E27FC236}">
                <a16:creationId xmlns:a16="http://schemas.microsoft.com/office/drawing/2014/main" id="{58FA9690-7D82-1242-8C00-7BA89575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9354" y="3269848"/>
            <a:ext cx="650082" cy="650082"/>
          </a:xfrm>
          <a:prstGeom prst="rect">
            <a:avLst/>
          </a:prstGeom>
        </p:spPr>
      </p:pic>
      <p:pic>
        <p:nvPicPr>
          <p:cNvPr id="14" name="グラフィックス 13" descr="男の人">
            <a:extLst>
              <a:ext uri="{FF2B5EF4-FFF2-40B4-BE49-F238E27FC236}">
                <a16:creationId xmlns:a16="http://schemas.microsoft.com/office/drawing/2014/main" id="{024EFB3D-8EEA-7142-B40B-1510AC918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2949" y="3269848"/>
            <a:ext cx="650082" cy="650082"/>
          </a:xfrm>
          <a:prstGeom prst="rect">
            <a:avLst/>
          </a:prstGeom>
        </p:spPr>
      </p:pic>
      <p:pic>
        <p:nvPicPr>
          <p:cNvPr id="15" name="グラフィックス 14" descr="男の人">
            <a:extLst>
              <a:ext uri="{FF2B5EF4-FFF2-40B4-BE49-F238E27FC236}">
                <a16:creationId xmlns:a16="http://schemas.microsoft.com/office/drawing/2014/main" id="{6134AAFD-3CC6-E44D-848F-CC7FC73FD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262" y="3269848"/>
            <a:ext cx="650082" cy="650082"/>
          </a:xfrm>
          <a:prstGeom prst="rect">
            <a:avLst/>
          </a:prstGeom>
        </p:spPr>
      </p:pic>
      <p:pic>
        <p:nvPicPr>
          <p:cNvPr id="16" name="グラフィックス 15" descr="男の人">
            <a:extLst>
              <a:ext uri="{FF2B5EF4-FFF2-40B4-BE49-F238E27FC236}">
                <a16:creationId xmlns:a16="http://schemas.microsoft.com/office/drawing/2014/main" id="{5B62A25E-E029-FF42-93CC-D735AF8D6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583" y="3285978"/>
            <a:ext cx="650082" cy="650082"/>
          </a:xfrm>
          <a:prstGeom prst="rect">
            <a:avLst/>
          </a:prstGeom>
        </p:spPr>
      </p:pic>
      <p:pic>
        <p:nvPicPr>
          <p:cNvPr id="17" name="グラフィックス 16" descr="男の人">
            <a:extLst>
              <a:ext uri="{FF2B5EF4-FFF2-40B4-BE49-F238E27FC236}">
                <a16:creationId xmlns:a16="http://schemas.microsoft.com/office/drawing/2014/main" id="{BE47915B-A34F-AB4A-B769-25E897043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252" y="3269848"/>
            <a:ext cx="650082" cy="650082"/>
          </a:xfrm>
          <a:prstGeom prst="rect">
            <a:avLst/>
          </a:prstGeom>
        </p:spPr>
      </p:pic>
      <p:pic>
        <p:nvPicPr>
          <p:cNvPr id="18" name="グラフィックス 17" descr="男の人">
            <a:extLst>
              <a:ext uri="{FF2B5EF4-FFF2-40B4-BE49-F238E27FC236}">
                <a16:creationId xmlns:a16="http://schemas.microsoft.com/office/drawing/2014/main" id="{191AD782-526B-9441-A3FD-0A0ED05DA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9354" y="4149774"/>
            <a:ext cx="650082" cy="650082"/>
          </a:xfrm>
          <a:prstGeom prst="rect">
            <a:avLst/>
          </a:prstGeom>
        </p:spPr>
      </p:pic>
      <p:pic>
        <p:nvPicPr>
          <p:cNvPr id="20" name="グラフィックス 19" descr="男の人">
            <a:extLst>
              <a:ext uri="{FF2B5EF4-FFF2-40B4-BE49-F238E27FC236}">
                <a16:creationId xmlns:a16="http://schemas.microsoft.com/office/drawing/2014/main" id="{3A04BC2A-8618-3F4A-B3AC-B333EF3C5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262" y="4149774"/>
            <a:ext cx="650082" cy="650082"/>
          </a:xfrm>
          <a:prstGeom prst="rect">
            <a:avLst/>
          </a:prstGeom>
        </p:spPr>
      </p:pic>
      <p:pic>
        <p:nvPicPr>
          <p:cNvPr id="24" name="グラフィックス 23" descr="男の人">
            <a:extLst>
              <a:ext uri="{FF2B5EF4-FFF2-40B4-BE49-F238E27FC236}">
                <a16:creationId xmlns:a16="http://schemas.microsoft.com/office/drawing/2014/main" id="{3D7511FA-0289-DC47-9555-DAFD35E10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583" y="4165904"/>
            <a:ext cx="650082" cy="650082"/>
          </a:xfrm>
          <a:prstGeom prst="rect">
            <a:avLst/>
          </a:prstGeom>
        </p:spPr>
      </p:pic>
      <p:pic>
        <p:nvPicPr>
          <p:cNvPr id="41" name="グラフィックス 40" descr="男の人">
            <a:extLst>
              <a:ext uri="{FF2B5EF4-FFF2-40B4-BE49-F238E27FC236}">
                <a16:creationId xmlns:a16="http://schemas.microsoft.com/office/drawing/2014/main" id="{42E35F26-2A0F-674B-BEA9-7449F0B7FA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1762" y="2354440"/>
            <a:ext cx="650082" cy="650082"/>
          </a:xfrm>
          <a:prstGeom prst="rect">
            <a:avLst/>
          </a:prstGeom>
        </p:spPr>
      </p:pic>
      <p:pic>
        <p:nvPicPr>
          <p:cNvPr id="42" name="グラフィックス 41" descr="男の人">
            <a:extLst>
              <a:ext uri="{FF2B5EF4-FFF2-40B4-BE49-F238E27FC236}">
                <a16:creationId xmlns:a16="http://schemas.microsoft.com/office/drawing/2014/main" id="{757C8965-896C-DA42-84E3-75CE3C747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5357" y="2354440"/>
            <a:ext cx="650082" cy="650082"/>
          </a:xfrm>
          <a:prstGeom prst="rect">
            <a:avLst/>
          </a:prstGeom>
        </p:spPr>
      </p:pic>
      <p:pic>
        <p:nvPicPr>
          <p:cNvPr id="43" name="グラフィックス 42" descr="男の人">
            <a:extLst>
              <a:ext uri="{FF2B5EF4-FFF2-40B4-BE49-F238E27FC236}">
                <a16:creationId xmlns:a16="http://schemas.microsoft.com/office/drawing/2014/main" id="{5FE92412-07B3-444C-BE06-04CAB25549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8670" y="2354440"/>
            <a:ext cx="650082" cy="650082"/>
          </a:xfrm>
          <a:prstGeom prst="rect">
            <a:avLst/>
          </a:prstGeom>
        </p:spPr>
      </p:pic>
      <p:pic>
        <p:nvPicPr>
          <p:cNvPr id="44" name="グラフィックス 43" descr="男の人">
            <a:extLst>
              <a:ext uri="{FF2B5EF4-FFF2-40B4-BE49-F238E27FC236}">
                <a16:creationId xmlns:a16="http://schemas.microsoft.com/office/drawing/2014/main" id="{F481A03D-A5C6-AF40-B3A5-F890AD4369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8991" y="2370570"/>
            <a:ext cx="650082" cy="650082"/>
          </a:xfrm>
          <a:prstGeom prst="rect">
            <a:avLst/>
          </a:prstGeom>
        </p:spPr>
      </p:pic>
      <p:pic>
        <p:nvPicPr>
          <p:cNvPr id="45" name="グラフィックス 44" descr="男の人">
            <a:extLst>
              <a:ext uri="{FF2B5EF4-FFF2-40B4-BE49-F238E27FC236}">
                <a16:creationId xmlns:a16="http://schemas.microsoft.com/office/drawing/2014/main" id="{514D5169-C44A-E44A-AF58-987A61DC61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25660" y="2354440"/>
            <a:ext cx="650082" cy="650082"/>
          </a:xfrm>
          <a:prstGeom prst="rect">
            <a:avLst/>
          </a:prstGeom>
        </p:spPr>
      </p:pic>
      <p:pic>
        <p:nvPicPr>
          <p:cNvPr id="46" name="グラフィックス 45" descr="男の人">
            <a:extLst>
              <a:ext uri="{FF2B5EF4-FFF2-40B4-BE49-F238E27FC236}">
                <a16:creationId xmlns:a16="http://schemas.microsoft.com/office/drawing/2014/main" id="{DE6ACA58-4245-104D-AA62-96F49F8DD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1762" y="3264771"/>
            <a:ext cx="650082" cy="650082"/>
          </a:xfrm>
          <a:prstGeom prst="rect">
            <a:avLst/>
          </a:prstGeom>
        </p:spPr>
      </p:pic>
      <p:pic>
        <p:nvPicPr>
          <p:cNvPr id="48" name="グラフィックス 47" descr="男の人">
            <a:extLst>
              <a:ext uri="{FF2B5EF4-FFF2-40B4-BE49-F238E27FC236}">
                <a16:creationId xmlns:a16="http://schemas.microsoft.com/office/drawing/2014/main" id="{28DBE8B8-19BE-1B45-AC8B-6DD501B73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8670" y="3264771"/>
            <a:ext cx="650082" cy="650082"/>
          </a:xfrm>
          <a:prstGeom prst="rect">
            <a:avLst/>
          </a:prstGeom>
        </p:spPr>
      </p:pic>
      <p:pic>
        <p:nvPicPr>
          <p:cNvPr id="49" name="グラフィックス 48" descr="男の人">
            <a:extLst>
              <a:ext uri="{FF2B5EF4-FFF2-40B4-BE49-F238E27FC236}">
                <a16:creationId xmlns:a16="http://schemas.microsoft.com/office/drawing/2014/main" id="{54CD305F-D255-CB4D-82C6-8E92057A3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8991" y="3280901"/>
            <a:ext cx="650082" cy="65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4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4B05699-3BEE-A64D-A1B5-24F13791BB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839932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AE25EA-30AE-324B-AB55-90EF1B5DACD3}"/>
              </a:ext>
            </a:extLst>
          </p:cNvPr>
          <p:cNvSpPr txBox="1"/>
          <p:nvPr/>
        </p:nvSpPr>
        <p:spPr>
          <a:xfrm>
            <a:off x="3898353" y="2413336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/>
              <a:t>🇯🇵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17CBDB-9472-394A-8904-003E2B2EA836}"/>
              </a:ext>
            </a:extLst>
          </p:cNvPr>
          <p:cNvSpPr txBox="1"/>
          <p:nvPr/>
        </p:nvSpPr>
        <p:spPr>
          <a:xfrm>
            <a:off x="3898353" y="3428999"/>
            <a:ext cx="968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merican Typewriter" panose="02090604020004020304" pitchFamily="18" charset="0"/>
              </a:rPr>
              <a:t>340</a:t>
            </a:r>
            <a:endParaRPr kumimoji="1" lang="ja-JP" altLang="en-US" sz="3200">
              <a:latin typeface="American Typewriter" panose="02090604020004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F831DB-7688-1A4E-BE77-FF83F542FB57}"/>
              </a:ext>
            </a:extLst>
          </p:cNvPr>
          <p:cNvSpPr txBox="1"/>
          <p:nvPr/>
        </p:nvSpPr>
        <p:spPr>
          <a:xfrm>
            <a:off x="7623544" y="3505942"/>
            <a:ext cx="10313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6000"/>
              <a:t>🇩🇪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71BB91-F904-4D48-8185-DD41103B0F23}"/>
              </a:ext>
            </a:extLst>
          </p:cNvPr>
          <p:cNvSpPr txBox="1"/>
          <p:nvPr/>
        </p:nvSpPr>
        <p:spPr>
          <a:xfrm>
            <a:off x="7654955" y="4452806"/>
            <a:ext cx="968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American Typewriter" panose="02090604020004020304" pitchFamily="18" charset="0"/>
              </a:rPr>
              <a:t>230</a:t>
            </a:r>
            <a:endParaRPr kumimoji="1" lang="ja-JP" altLang="en-US" sz="3200"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109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CD8A36-171B-9041-9821-51516775BFB2}"/>
              </a:ext>
            </a:extLst>
          </p:cNvPr>
          <p:cNvSpPr/>
          <p:nvPr/>
        </p:nvSpPr>
        <p:spPr>
          <a:xfrm>
            <a:off x="-125500" y="296888"/>
            <a:ext cx="3910691" cy="1004341"/>
          </a:xfrm>
          <a:prstGeom prst="rect">
            <a:avLst/>
          </a:prstGeom>
          <a:solidFill>
            <a:srgbClr val="2A6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Medical care</a:t>
            </a:r>
            <a:endParaRPr kumimoji="1" lang="en-US" altLang="ja-JP" sz="3200" dirty="0">
              <a:solidFill>
                <a:schemeClr val="bg1"/>
              </a:solidFill>
              <a:latin typeface="American Typewriter" panose="02090604020004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DF073A2-DB2C-4D40-8EA1-D81BD63A7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752" y="1445351"/>
            <a:ext cx="5998495" cy="358569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D8F7C8-B127-4847-88E0-F594F65028AF}"/>
              </a:ext>
            </a:extLst>
          </p:cNvPr>
          <p:cNvSpPr/>
          <p:nvPr/>
        </p:nvSpPr>
        <p:spPr>
          <a:xfrm>
            <a:off x="1212113" y="5175167"/>
            <a:ext cx="11278528" cy="1385946"/>
          </a:xfrm>
          <a:prstGeom prst="rect">
            <a:avLst/>
          </a:prstGeom>
          <a:solidFill>
            <a:srgbClr val="2A6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Medical care is very advanced in Japan and Germany.</a:t>
            </a:r>
          </a:p>
          <a:p>
            <a:pPr algn="ctr"/>
            <a:r>
              <a:rPr lang="en-US" altLang="ja-JP" sz="3200" dirty="0">
                <a:solidFill>
                  <a:schemeClr val="bg1"/>
                </a:solidFill>
                <a:latin typeface="American Typewriter" panose="02090604020004020304" pitchFamily="18" charset="0"/>
              </a:rPr>
              <a:t>But the number of doctors is quite different.</a:t>
            </a:r>
            <a:endParaRPr kumimoji="1" lang="ja-JP" altLang="en-US" sz="3200">
              <a:solidFill>
                <a:schemeClr val="bg1"/>
              </a:solidFill>
              <a:latin typeface="American Typewriter" panose="02090604020004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0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04929E-3E6B-E143-A8A3-84C492553DF2}"/>
              </a:ext>
            </a:extLst>
          </p:cNvPr>
          <p:cNvSpPr txBox="1"/>
          <p:nvPr/>
        </p:nvSpPr>
        <p:spPr>
          <a:xfrm>
            <a:off x="3048390" y="2105561"/>
            <a:ext cx="60952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American Typewriter" panose="02090604020004020304" pitchFamily="18" charset="0"/>
              </a:rPr>
              <a:t>But the number of doctors is quite different.</a:t>
            </a:r>
          </a:p>
          <a:p>
            <a:r>
              <a:rPr lang="en-US" altLang="ja-JP" sz="3600" dirty="0">
                <a:latin typeface="American Typewriter" panose="02090604020004020304" pitchFamily="18" charset="0"/>
              </a:rPr>
              <a:t>Which country is more?</a:t>
            </a:r>
            <a:endParaRPr lang="ja-JP" altLang="ja-JP" sz="3600">
              <a:latin typeface="American Typewriter" panose="02090604020004020304" pitchFamily="18" charset="0"/>
            </a:endParaRPr>
          </a:p>
        </p:txBody>
      </p:sp>
      <p:sp>
        <p:nvSpPr>
          <p:cNvPr id="5" name="雲形吹き出し 4">
            <a:extLst>
              <a:ext uri="{FF2B5EF4-FFF2-40B4-BE49-F238E27FC236}">
                <a16:creationId xmlns:a16="http://schemas.microsoft.com/office/drawing/2014/main" id="{97D1FC1C-D8C0-244D-871C-9F3C65A07DDE}"/>
              </a:ext>
            </a:extLst>
          </p:cNvPr>
          <p:cNvSpPr/>
          <p:nvPr/>
        </p:nvSpPr>
        <p:spPr>
          <a:xfrm>
            <a:off x="1382233" y="382817"/>
            <a:ext cx="9122733" cy="5231174"/>
          </a:xfrm>
          <a:prstGeom prst="cloudCallout">
            <a:avLst/>
          </a:prstGeom>
          <a:noFill/>
          <a:ln>
            <a:solidFill>
              <a:srgbClr val="307B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335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DC5F98A-5993-4148-B586-3003631FDB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0293498"/>
              </p:ext>
            </p:extLst>
          </p:nvPr>
        </p:nvGraphicFramePr>
        <p:xfrm>
          <a:off x="3395980" y="1853882"/>
          <a:ext cx="540004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01420293-D2A0-4C43-86C3-175ADD705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82516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20E04F-3FFE-BB4C-B13A-D34D32AA0028}"/>
              </a:ext>
            </a:extLst>
          </p:cNvPr>
          <p:cNvSpPr txBox="1"/>
          <p:nvPr/>
        </p:nvSpPr>
        <p:spPr>
          <a:xfrm>
            <a:off x="3870251" y="374266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/>
              <a:t>🇯🇵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B1428C-3002-6943-A3EC-114922A8259E}"/>
              </a:ext>
            </a:extLst>
          </p:cNvPr>
          <p:cNvSpPr txBox="1"/>
          <p:nvPr/>
        </p:nvSpPr>
        <p:spPr>
          <a:xfrm>
            <a:off x="7634177" y="2413336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/>
              <a:t>🇩🇪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FB184F-3828-FF4A-B707-AEB012CC1BFD}"/>
              </a:ext>
            </a:extLst>
          </p:cNvPr>
          <p:cNvSpPr txBox="1"/>
          <p:nvPr/>
        </p:nvSpPr>
        <p:spPr>
          <a:xfrm>
            <a:off x="3976850" y="4663498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American Typewriter" panose="02090604020004020304" pitchFamily="18" charset="0"/>
              </a:rPr>
              <a:t>2.4</a:t>
            </a:r>
            <a:endParaRPr kumimoji="1" lang="ja-JP" altLang="en-US" sz="2800">
              <a:latin typeface="American Typewriter" panose="02090604020004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2F1744E-B3CC-7543-85B9-5EA774967B6A}"/>
              </a:ext>
            </a:extLst>
          </p:cNvPr>
          <p:cNvSpPr txBox="1"/>
          <p:nvPr/>
        </p:nvSpPr>
        <p:spPr>
          <a:xfrm>
            <a:off x="7740776" y="3481050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American Typewriter" panose="02090604020004020304" pitchFamily="18" charset="0"/>
              </a:rPr>
              <a:t>4.3</a:t>
            </a:r>
          </a:p>
        </p:txBody>
      </p:sp>
    </p:spTree>
    <p:extLst>
      <p:ext uri="{BB962C8B-B14F-4D97-AF65-F5344CB8AC3E}">
        <p14:creationId xmlns:p14="http://schemas.microsoft.com/office/powerpoint/2010/main" val="68511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3E1333A6-8304-2948-B8DC-133CDC8D1B2F}"/>
              </a:ext>
            </a:extLst>
          </p:cNvPr>
          <p:cNvSpPr/>
          <p:nvPr/>
        </p:nvSpPr>
        <p:spPr>
          <a:xfrm>
            <a:off x="3537098" y="719666"/>
            <a:ext cx="6719776" cy="1704557"/>
          </a:xfrm>
          <a:prstGeom prst="roundRect">
            <a:avLst/>
          </a:prstGeom>
          <a:solidFill>
            <a:srgbClr val="F55954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E3304E12-FFF6-9A4D-B097-2B6C1F7138AE}"/>
              </a:ext>
            </a:extLst>
          </p:cNvPr>
          <p:cNvSpPr/>
          <p:nvPr/>
        </p:nvSpPr>
        <p:spPr>
          <a:xfrm>
            <a:off x="3537098" y="2619683"/>
            <a:ext cx="6719776" cy="1704557"/>
          </a:xfrm>
          <a:prstGeom prst="roundRect">
            <a:avLst/>
          </a:prstGeom>
          <a:solidFill>
            <a:srgbClr val="FD9D53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2E43B7D3-3420-734A-A682-EC896167C2C3}"/>
              </a:ext>
            </a:extLst>
          </p:cNvPr>
          <p:cNvSpPr/>
          <p:nvPr/>
        </p:nvSpPr>
        <p:spPr>
          <a:xfrm>
            <a:off x="3537098" y="4433775"/>
            <a:ext cx="6719776" cy="1704557"/>
          </a:xfrm>
          <a:prstGeom prst="roundRect">
            <a:avLst/>
          </a:prstGeom>
          <a:solidFill>
            <a:srgbClr val="2A6E8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F1A2B82-0457-5841-82FD-EB92A35BB5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886278"/>
              </p:ext>
            </p:extLst>
          </p:nvPr>
        </p:nvGraphicFramePr>
        <p:xfrm>
          <a:off x="0" y="719666"/>
          <a:ext cx="55501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9D054E-FE95-594F-8A9C-AC0C8CB199FD}"/>
              </a:ext>
            </a:extLst>
          </p:cNvPr>
          <p:cNvSpPr txBox="1"/>
          <p:nvPr/>
        </p:nvSpPr>
        <p:spPr>
          <a:xfrm>
            <a:off x="5550196" y="1084521"/>
            <a:ext cx="27238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600">
                <a:latin typeface="American Typewriter" panose="02090604020004020304" pitchFamily="18" charset="0"/>
              </a:rPr>
              <a:t>🇯🇵＞🇩🇪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143516-C782-9B48-9370-14137AA52D32}"/>
              </a:ext>
            </a:extLst>
          </p:cNvPr>
          <p:cNvSpPr txBox="1"/>
          <p:nvPr/>
        </p:nvSpPr>
        <p:spPr>
          <a:xfrm>
            <a:off x="5550196" y="3001850"/>
            <a:ext cx="61030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6600">
                <a:latin typeface="American Typewriter" panose="02090604020004020304" pitchFamily="18" charset="0"/>
              </a:rPr>
              <a:t>🇯🇵＞🇩🇪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96463B-6E4E-4C44-89DD-B21329B2AFF7}"/>
              </a:ext>
            </a:extLst>
          </p:cNvPr>
          <p:cNvSpPr txBox="1"/>
          <p:nvPr/>
        </p:nvSpPr>
        <p:spPr>
          <a:xfrm>
            <a:off x="5535074" y="4893912"/>
            <a:ext cx="27238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/>
              <a:t>🇯🇵＜🇩🇪</a:t>
            </a:r>
          </a:p>
        </p:txBody>
      </p:sp>
    </p:spTree>
    <p:extLst>
      <p:ext uri="{BB962C8B-B14F-4D97-AF65-F5344CB8AC3E}">
        <p14:creationId xmlns:p14="http://schemas.microsoft.com/office/powerpoint/2010/main" val="332002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8F23EB-4CAD-6D49-942B-2BC893B8C5DC}"/>
              </a:ext>
            </a:extLst>
          </p:cNvPr>
          <p:cNvSpPr txBox="1"/>
          <p:nvPr/>
        </p:nvSpPr>
        <p:spPr>
          <a:xfrm>
            <a:off x="3048390" y="2105561"/>
            <a:ext cx="60952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latin typeface="American Typewriter" panose="02090604020004020304" pitchFamily="18" charset="0"/>
              </a:rPr>
              <a:t>Why is there such a difference in the number of doctors?</a:t>
            </a:r>
            <a:endParaRPr lang="ja-JP" altLang="ja-JP" sz="4000">
              <a:latin typeface="American Typewriter" panose="02090604020004020304" pitchFamily="18" charset="0"/>
            </a:endParaRPr>
          </a:p>
        </p:txBody>
      </p:sp>
      <p:sp>
        <p:nvSpPr>
          <p:cNvPr id="5" name="雲形吹き出し 4">
            <a:extLst>
              <a:ext uri="{FF2B5EF4-FFF2-40B4-BE49-F238E27FC236}">
                <a16:creationId xmlns:a16="http://schemas.microsoft.com/office/drawing/2014/main" id="{77B96BF8-82B4-8742-A74B-7F8660048771}"/>
              </a:ext>
            </a:extLst>
          </p:cNvPr>
          <p:cNvSpPr/>
          <p:nvPr/>
        </p:nvSpPr>
        <p:spPr>
          <a:xfrm>
            <a:off x="1382233" y="382817"/>
            <a:ext cx="9122733" cy="5231174"/>
          </a:xfrm>
          <a:prstGeom prst="cloudCallout">
            <a:avLst/>
          </a:prstGeom>
          <a:noFill/>
          <a:ln>
            <a:solidFill>
              <a:srgbClr val="307B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27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133</Words>
  <Application>Microsoft Macintosh PowerPoint</Application>
  <PresentationFormat>ワイド画面</PresentationFormat>
  <Paragraphs>52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游ゴシック</vt:lpstr>
      <vt:lpstr>游ゴシック Light</vt:lpstr>
      <vt:lpstr>American Typewriter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Kotone Hayashi</dc:creator>
  <cp:lastModifiedBy>Kotone Hayashi</cp:lastModifiedBy>
  <cp:revision>5</cp:revision>
  <dcterms:created xsi:type="dcterms:W3CDTF">2021-11-06T11:41:34Z</dcterms:created>
  <dcterms:modified xsi:type="dcterms:W3CDTF">2022-01-19T01:45:46Z</dcterms:modified>
</cp:coreProperties>
</file>