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5"/>
  </p:notesMasterIdLst>
  <p:sldIdLst>
    <p:sldId id="300" r:id="rId2"/>
    <p:sldId id="301" r:id="rId3"/>
    <p:sldId id="302" r:id="rId4"/>
    <p:sldId id="303" r:id="rId5"/>
    <p:sldId id="308" r:id="rId6"/>
    <p:sldId id="304" r:id="rId7"/>
    <p:sldId id="305" r:id="rId8"/>
    <p:sldId id="306" r:id="rId9"/>
    <p:sldId id="319" r:id="rId10"/>
    <p:sldId id="309" r:id="rId11"/>
    <p:sldId id="324" r:id="rId12"/>
    <p:sldId id="310" r:id="rId13"/>
    <p:sldId id="259" r:id="rId14"/>
    <p:sldId id="313" r:id="rId15"/>
    <p:sldId id="314" r:id="rId16"/>
    <p:sldId id="321" r:id="rId17"/>
    <p:sldId id="322" r:id="rId18"/>
    <p:sldId id="323" r:id="rId19"/>
    <p:sldId id="315" r:id="rId20"/>
    <p:sldId id="318" r:id="rId21"/>
    <p:sldId id="317" r:id="rId22"/>
    <p:sldId id="276" r:id="rId23"/>
    <p:sldId id="320" r:id="rId24"/>
  </p:sldIdLst>
  <p:sldSz cx="9144000" cy="5143500" type="screen16x9"/>
  <p:notesSz cx="6858000" cy="9144000"/>
  <p:embeddedFontLst>
    <p:embeddedFont>
      <p:font typeface="Tsukushi A Round Gothic Bold" panose="02020400000000000000" pitchFamily="18" charset="-128"/>
      <p:bold r:id="rId26"/>
    </p:embeddedFont>
    <p:embeddedFont>
      <p:font typeface="Tsukushi A Round Gothic Regular" panose="02020400000000000000" pitchFamily="18" charset="-128"/>
      <p:regular r:id="rId27"/>
    </p:embeddedFont>
    <p:embeddedFont>
      <p:font typeface="Paytone One" pitchFamily="2" charset="0"/>
      <p:regular r:id="rId28"/>
    </p:embeddedFont>
    <p:embeddedFont>
      <p:font typeface="Questrial" pitchFamily="2" charset="0"/>
      <p:regular r:id="rId29"/>
    </p:embeddedFont>
    <p:embeddedFont>
      <p:font typeface="Roboto Slab Light" panose="020F0302020204030204" pitchFamily="34"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5182F0F-F629-4E2C-90BB-E3D14BBDB10E}">
  <a:tblStyle styleId="{25182F0F-F629-4E2C-90BB-E3D14BBDB10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60"/>
    <p:restoredTop sz="94621"/>
  </p:normalViewPr>
  <p:slideViewPr>
    <p:cSldViewPr snapToGrid="0">
      <p:cViewPr varScale="1">
        <p:scale>
          <a:sx n="92" d="100"/>
          <a:sy n="92" d="100"/>
        </p:scale>
        <p:origin x="176"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5881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b8ad8aa3d3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b8ad8aa3d3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0268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b8f66849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b8f66849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8369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b8f66849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b8f66849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0006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b8f66849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b8f66849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6250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b8f66849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b8f66849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101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b8f66849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b8f66849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7369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b8f66849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b8f66849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2506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b8ad8aa3d3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2" name="Google Shape;1022;gb8ad8aa3d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8429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gb8ad8aa3d3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6" name="Google Shape;1266;gb8ad8aa3d3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764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gb8ad8aa3d3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6" name="Google Shape;1266;gb8ad8aa3d3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3139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gb8ad8aa3d3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6" name="Google Shape;1266;gb8ad8aa3d3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4140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b8ad8aa3d3_0_1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b8ad8aa3d3_0_1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b8ad8aa3d3_0_1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b8ad8aa3d3_0_1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5707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b924c6c1c1_1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9" name="Google Shape;1289;gb924c6c1c1_1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5937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b8ad8aa3d3_0_1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b8ad8aa3d3_0_1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80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b8ad8aa3d3_0_1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b8ad8aa3d3_0_1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9793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b8ad8aa3d3_0_1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b8ad8aa3d3_0_1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6746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b8f66849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b8f66849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2499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b924c6c1c1_1_15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b924c6c1c1_1_15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2311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b924c6c1c1_1_15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b924c6c1c1_1_15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0716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gb924c6c1c1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9" name="Google Shape;1279;gb924c6c1c1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b8ad8aa3d3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b8ad8aa3d3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0341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1900" y="1386639"/>
            <a:ext cx="6196200" cy="19083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500">
                <a:solidFill>
                  <a:schemeClr val="accent2"/>
                </a:solidFill>
                <a:latin typeface="Paytone One"/>
                <a:ea typeface="Paytone One"/>
                <a:cs typeface="Paytone One"/>
                <a:sym typeface="Paytone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1900" y="3294939"/>
            <a:ext cx="6196200" cy="450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solidFill>
                  <a:schemeClr val="accent2"/>
                </a:solidFill>
                <a:latin typeface="Questrial"/>
                <a:ea typeface="Questrial"/>
                <a:cs typeface="Questrial"/>
                <a:sym typeface="Questria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7316550" y="0"/>
            <a:ext cx="18237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6725761" y="1349068"/>
            <a:ext cx="1173854" cy="2461458"/>
            <a:chOff x="6725761" y="1349068"/>
            <a:chExt cx="1173854" cy="2461458"/>
          </a:xfrm>
        </p:grpSpPr>
        <p:grpSp>
          <p:nvGrpSpPr>
            <p:cNvPr id="13" name="Google Shape;13;p2"/>
            <p:cNvGrpSpPr/>
            <p:nvPr/>
          </p:nvGrpSpPr>
          <p:grpSpPr>
            <a:xfrm rot="-5400000">
              <a:off x="6747803" y="1327027"/>
              <a:ext cx="1129770" cy="1173854"/>
              <a:chOff x="11" y="583339"/>
              <a:chExt cx="1129770" cy="1173854"/>
            </a:xfrm>
          </p:grpSpPr>
          <p:sp>
            <p:nvSpPr>
              <p:cNvPr id="14" name="Google Shape;14;p2"/>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5" name="Google Shape;15;p2"/>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6" name="Google Shape;16;p2"/>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7" name="Google Shape;17;p2"/>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8" name="Google Shape;18;p2"/>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 name="Google Shape;19;p2"/>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 name="Google Shape;20;p2"/>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 name="Google Shape;21;p2"/>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 name="Google Shape;22;p2"/>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 name="Google Shape;23;p2"/>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 name="Google Shape;24;p2"/>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 name="Google Shape;25;p2"/>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 name="Google Shape;26;p2"/>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7" name="Google Shape;27;p2"/>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8" name="Google Shape;28;p2"/>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9" name="Google Shape;29;p2"/>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0" name="Google Shape;30;p2"/>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1" name="Google Shape;31;p2"/>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2" name="Google Shape;32;p2"/>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3" name="Google Shape;33;p2"/>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4" name="Google Shape;34;p2"/>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 name="Google Shape;35;p2"/>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 name="Google Shape;36;p2"/>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7" name="Google Shape;37;p2"/>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8" name="Google Shape;38;p2"/>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nvGrpSpPr>
            <p:cNvPr id="39" name="Google Shape;39;p2"/>
            <p:cNvGrpSpPr/>
            <p:nvPr/>
          </p:nvGrpSpPr>
          <p:grpSpPr>
            <a:xfrm rot="-5400000">
              <a:off x="6747803" y="2658714"/>
              <a:ext cx="1129770" cy="1173854"/>
              <a:chOff x="11" y="583339"/>
              <a:chExt cx="1129770" cy="1173854"/>
            </a:xfrm>
          </p:grpSpPr>
          <p:sp>
            <p:nvSpPr>
              <p:cNvPr id="40" name="Google Shape;40;p2"/>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1" name="Google Shape;41;p2"/>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2" name="Google Shape;42;p2"/>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3" name="Google Shape;43;p2"/>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4" name="Google Shape;44;p2"/>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5" name="Google Shape;45;p2"/>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6" name="Google Shape;46;p2"/>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7" name="Google Shape;47;p2"/>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 name="Google Shape;48;p2"/>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 name="Google Shape;49;p2"/>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 name="Google Shape;50;p2"/>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 name="Google Shape;51;p2"/>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 name="Google Shape;52;p2"/>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3" name="Google Shape;53;p2"/>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4" name="Google Shape;54;p2"/>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5" name="Google Shape;55;p2"/>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6" name="Google Shape;56;p2"/>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7" name="Google Shape;57;p2"/>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8" name="Google Shape;58;p2"/>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 name="Google Shape;59;p2"/>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 name="Google Shape;60;p2"/>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1" name="Google Shape;61;p2"/>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2" name="Google Shape;62;p2"/>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3" name="Google Shape;63;p2"/>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4" name="Google Shape;64;p2"/>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5"/>
        <p:cNvGrpSpPr/>
        <p:nvPr/>
      </p:nvGrpSpPr>
      <p:grpSpPr>
        <a:xfrm>
          <a:off x="0" y="0"/>
          <a:ext cx="0" cy="0"/>
          <a:chOff x="0" y="0"/>
          <a:chExt cx="0" cy="0"/>
        </a:xfrm>
      </p:grpSpPr>
      <p:sp>
        <p:nvSpPr>
          <p:cNvPr id="66" name="Google Shape;66;p3"/>
          <p:cNvSpPr/>
          <p:nvPr/>
        </p:nvSpPr>
        <p:spPr>
          <a:xfrm>
            <a:off x="0" y="3095775"/>
            <a:ext cx="6501300" cy="2055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67;p3"/>
          <p:cNvGrpSpPr/>
          <p:nvPr/>
        </p:nvGrpSpPr>
        <p:grpSpPr>
          <a:xfrm rot="-5400000">
            <a:off x="348315" y="3682261"/>
            <a:ext cx="1129770" cy="1173854"/>
            <a:chOff x="11" y="583339"/>
            <a:chExt cx="1129770" cy="1173854"/>
          </a:xfrm>
        </p:grpSpPr>
        <p:sp>
          <p:nvSpPr>
            <p:cNvPr id="68" name="Google Shape;68;p3"/>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9" name="Google Shape;69;p3"/>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0" name="Google Shape;70;p3"/>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1" name="Google Shape;71;p3"/>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2" name="Google Shape;72;p3"/>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3" name="Google Shape;73;p3"/>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4" name="Google Shape;74;p3"/>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5" name="Google Shape;75;p3"/>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6" name="Google Shape;76;p3"/>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7" name="Google Shape;77;p3"/>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8" name="Google Shape;78;p3"/>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79" name="Google Shape;79;p3"/>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0" name="Google Shape;80;p3"/>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 name="Google Shape;81;p3"/>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 name="Google Shape;82;p3"/>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3" name="Google Shape;83;p3"/>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 name="Google Shape;84;p3"/>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5" name="Google Shape;85;p3"/>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6" name="Google Shape;86;p3"/>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7" name="Google Shape;87;p3"/>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8" name="Google Shape;88;p3"/>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9" name="Google Shape;89;p3"/>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0" name="Google Shape;90;p3"/>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1" name="Google Shape;91;p3"/>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2" name="Google Shape;92;p3"/>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
        <p:nvSpPr>
          <p:cNvPr id="93" name="Google Shape;93;p3"/>
          <p:cNvSpPr txBox="1">
            <a:spLocks noGrp="1"/>
          </p:cNvSpPr>
          <p:nvPr>
            <p:ph type="title"/>
          </p:nvPr>
        </p:nvSpPr>
        <p:spPr>
          <a:xfrm>
            <a:off x="720500" y="2574469"/>
            <a:ext cx="3852000" cy="7305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5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4" name="Google Shape;94;p3"/>
          <p:cNvSpPr txBox="1">
            <a:spLocks noGrp="1"/>
          </p:cNvSpPr>
          <p:nvPr>
            <p:ph type="title" idx="2" hasCustomPrompt="1"/>
          </p:nvPr>
        </p:nvSpPr>
        <p:spPr>
          <a:xfrm>
            <a:off x="720000" y="1799269"/>
            <a:ext cx="3852000" cy="775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5" name="Google Shape;95;p3"/>
          <p:cNvSpPr txBox="1">
            <a:spLocks noGrp="1"/>
          </p:cNvSpPr>
          <p:nvPr>
            <p:ph type="subTitle" idx="1"/>
          </p:nvPr>
        </p:nvSpPr>
        <p:spPr>
          <a:xfrm>
            <a:off x="5096513" y="2141500"/>
            <a:ext cx="3327000" cy="84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6"/>
        <p:cNvGrpSpPr/>
        <p:nvPr/>
      </p:nvGrpSpPr>
      <p:grpSpPr>
        <a:xfrm>
          <a:off x="0" y="0"/>
          <a:ext cx="0" cy="0"/>
          <a:chOff x="0" y="0"/>
          <a:chExt cx="0" cy="0"/>
        </a:xfrm>
      </p:grpSpPr>
      <p:sp>
        <p:nvSpPr>
          <p:cNvPr id="97" name="Google Shape;97;p4"/>
          <p:cNvSpPr/>
          <p:nvPr/>
        </p:nvSpPr>
        <p:spPr>
          <a:xfrm>
            <a:off x="0" y="8075"/>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 name="Google Shape;98;p4"/>
          <p:cNvGrpSpPr/>
          <p:nvPr/>
        </p:nvGrpSpPr>
        <p:grpSpPr>
          <a:xfrm rot="-5400000">
            <a:off x="7669066" y="296839"/>
            <a:ext cx="1129770" cy="1173854"/>
            <a:chOff x="11" y="583339"/>
            <a:chExt cx="1129770" cy="1173854"/>
          </a:xfrm>
        </p:grpSpPr>
        <p:sp>
          <p:nvSpPr>
            <p:cNvPr id="99" name="Google Shape;99;p4"/>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0" name="Google Shape;100;p4"/>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1" name="Google Shape;101;p4"/>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2" name="Google Shape;102;p4"/>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3" name="Google Shape;103;p4"/>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4" name="Google Shape;104;p4"/>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5" name="Google Shape;105;p4"/>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6" name="Google Shape;106;p4"/>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7" name="Google Shape;107;p4"/>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8" name="Google Shape;108;p4"/>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09" name="Google Shape;109;p4"/>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0" name="Google Shape;110;p4"/>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1" name="Google Shape;111;p4"/>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2" name="Google Shape;112;p4"/>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3" name="Google Shape;113;p4"/>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4" name="Google Shape;114;p4"/>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5" name="Google Shape;115;p4"/>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6" name="Google Shape;116;p4"/>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7" name="Google Shape;117;p4"/>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8" name="Google Shape;118;p4"/>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19" name="Google Shape;119;p4"/>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0" name="Google Shape;120;p4"/>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1" name="Google Shape;121;p4"/>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2" name="Google Shape;122;p4"/>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23" name="Google Shape;123;p4"/>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
        <p:nvSpPr>
          <p:cNvPr id="124" name="Google Shape;12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5" name="Google Shape;125;p4"/>
          <p:cNvSpPr txBox="1">
            <a:spLocks noGrp="1"/>
          </p:cNvSpPr>
          <p:nvPr>
            <p:ph type="body" idx="1"/>
          </p:nvPr>
        </p:nvSpPr>
        <p:spPr>
          <a:xfrm>
            <a:off x="720000" y="1144413"/>
            <a:ext cx="7704000" cy="345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AutoNum type="arabicPeriod"/>
              <a:defRPr sz="1300"/>
            </a:lvl1pPr>
            <a:lvl2pPr marL="914400" lvl="1" indent="-317500" rtl="0">
              <a:lnSpc>
                <a:spcPct val="100000"/>
              </a:lnSpc>
              <a:spcBef>
                <a:spcPts val="1600"/>
              </a:spcBef>
              <a:spcAft>
                <a:spcPts val="0"/>
              </a:spcAft>
              <a:buSzPts val="1400"/>
              <a:buAutoNum type="alphaLcPeriod"/>
              <a:defRPr/>
            </a:lvl2pPr>
            <a:lvl3pPr marL="1371600" lvl="2" indent="-317500" rtl="0">
              <a:lnSpc>
                <a:spcPct val="100000"/>
              </a:lnSpc>
              <a:spcBef>
                <a:spcPts val="1600"/>
              </a:spcBef>
              <a:spcAft>
                <a:spcPts val="0"/>
              </a:spcAft>
              <a:buSzPts val="1400"/>
              <a:buAutoNum type="romanLcPeriod"/>
              <a:defRPr/>
            </a:lvl3pPr>
            <a:lvl4pPr marL="1828800" lvl="3" indent="-317500" rtl="0">
              <a:lnSpc>
                <a:spcPct val="100000"/>
              </a:lnSpc>
              <a:spcBef>
                <a:spcPts val="1600"/>
              </a:spcBef>
              <a:spcAft>
                <a:spcPts val="0"/>
              </a:spcAft>
              <a:buSzPts val="1400"/>
              <a:buAutoNum type="arabicPeriod"/>
              <a:defRPr/>
            </a:lvl4pPr>
            <a:lvl5pPr marL="2286000" lvl="4" indent="-317500" rtl="0">
              <a:lnSpc>
                <a:spcPct val="100000"/>
              </a:lnSpc>
              <a:spcBef>
                <a:spcPts val="1600"/>
              </a:spcBef>
              <a:spcAft>
                <a:spcPts val="0"/>
              </a:spcAft>
              <a:buSzPts val="1400"/>
              <a:buAutoNum type="alphaLcPeriod"/>
              <a:defRPr/>
            </a:lvl5pPr>
            <a:lvl6pPr marL="2743200" lvl="5" indent="-317500" rtl="0">
              <a:lnSpc>
                <a:spcPct val="100000"/>
              </a:lnSpc>
              <a:spcBef>
                <a:spcPts val="1600"/>
              </a:spcBef>
              <a:spcAft>
                <a:spcPts val="0"/>
              </a:spcAft>
              <a:buSzPts val="1400"/>
              <a:buAutoNum type="romanLcPeriod"/>
              <a:defRPr/>
            </a:lvl6pPr>
            <a:lvl7pPr marL="3200400" lvl="6" indent="-317500" rtl="0">
              <a:lnSpc>
                <a:spcPct val="100000"/>
              </a:lnSpc>
              <a:spcBef>
                <a:spcPts val="1600"/>
              </a:spcBef>
              <a:spcAft>
                <a:spcPts val="0"/>
              </a:spcAft>
              <a:buSzPts val="1400"/>
              <a:buAutoNum type="arabicPeriod"/>
              <a:defRPr/>
            </a:lvl7pPr>
            <a:lvl8pPr marL="3657600" lvl="7" indent="-317500" rtl="0">
              <a:lnSpc>
                <a:spcPct val="100000"/>
              </a:lnSpc>
              <a:spcBef>
                <a:spcPts val="1600"/>
              </a:spcBef>
              <a:spcAft>
                <a:spcPts val="0"/>
              </a:spcAft>
              <a:buSzPts val="1400"/>
              <a:buAutoNum type="alphaLcPeriod"/>
              <a:defRPr/>
            </a:lvl8pPr>
            <a:lvl9pPr marL="4114800" lvl="8" indent="-317500" rtl="0">
              <a:lnSpc>
                <a:spcPct val="100000"/>
              </a:lnSpc>
              <a:spcBef>
                <a:spcPts val="1600"/>
              </a:spcBef>
              <a:spcAft>
                <a:spcPts val="1600"/>
              </a:spcAft>
              <a:buSzPts val="1400"/>
              <a:buAutoNum type="romanLcPeriod"/>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8"/>
        <p:cNvGrpSpPr/>
        <p:nvPr/>
      </p:nvGrpSpPr>
      <p:grpSpPr>
        <a:xfrm>
          <a:off x="0" y="0"/>
          <a:ext cx="0" cy="0"/>
          <a:chOff x="0" y="0"/>
          <a:chExt cx="0" cy="0"/>
        </a:xfrm>
      </p:grpSpPr>
      <p:sp>
        <p:nvSpPr>
          <p:cNvPr id="189" name="Google Shape;189;p7"/>
          <p:cNvSpPr/>
          <p:nvPr/>
        </p:nvSpPr>
        <p:spPr>
          <a:xfrm>
            <a:off x="717150" y="935100"/>
            <a:ext cx="7709700" cy="327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 name="Google Shape;190;p7"/>
          <p:cNvGrpSpPr/>
          <p:nvPr/>
        </p:nvGrpSpPr>
        <p:grpSpPr>
          <a:xfrm rot="-5400000">
            <a:off x="7661788" y="304268"/>
            <a:ext cx="1129770" cy="1173854"/>
            <a:chOff x="11" y="583339"/>
            <a:chExt cx="1129770" cy="1173854"/>
          </a:xfrm>
        </p:grpSpPr>
        <p:sp>
          <p:nvSpPr>
            <p:cNvPr id="191" name="Google Shape;191;p7"/>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2" name="Google Shape;192;p7"/>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3" name="Google Shape;193;p7"/>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4" name="Google Shape;194;p7"/>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5" name="Google Shape;195;p7"/>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6" name="Google Shape;196;p7"/>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7" name="Google Shape;197;p7"/>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8" name="Google Shape;198;p7"/>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199" name="Google Shape;199;p7"/>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0" name="Google Shape;200;p7"/>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1" name="Google Shape;201;p7"/>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2" name="Google Shape;202;p7"/>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3" name="Google Shape;203;p7"/>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4" name="Google Shape;204;p7"/>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5" name="Google Shape;205;p7"/>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6" name="Google Shape;206;p7"/>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7" name="Google Shape;207;p7"/>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8" name="Google Shape;208;p7"/>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09" name="Google Shape;209;p7"/>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0" name="Google Shape;210;p7"/>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1" name="Google Shape;211;p7"/>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2" name="Google Shape;212;p7"/>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3" name="Google Shape;213;p7"/>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4" name="Google Shape;214;p7"/>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15" name="Google Shape;215;p7"/>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
        <p:nvSpPr>
          <p:cNvPr id="216" name="Google Shape;216;p7"/>
          <p:cNvSpPr txBox="1">
            <a:spLocks noGrp="1"/>
          </p:cNvSpPr>
          <p:nvPr>
            <p:ph type="title"/>
          </p:nvPr>
        </p:nvSpPr>
        <p:spPr>
          <a:xfrm>
            <a:off x="1602450" y="1456075"/>
            <a:ext cx="5939100" cy="543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7" name="Google Shape;217;p7"/>
          <p:cNvSpPr txBox="1">
            <a:spLocks noGrp="1"/>
          </p:cNvSpPr>
          <p:nvPr>
            <p:ph type="subTitle" idx="1"/>
          </p:nvPr>
        </p:nvSpPr>
        <p:spPr>
          <a:xfrm>
            <a:off x="1602450" y="1999350"/>
            <a:ext cx="5939100" cy="1725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18"/>
        <p:cNvGrpSpPr/>
        <p:nvPr/>
      </p:nvGrpSpPr>
      <p:grpSpPr>
        <a:xfrm>
          <a:off x="0" y="0"/>
          <a:ext cx="0" cy="0"/>
          <a:chOff x="0" y="0"/>
          <a:chExt cx="0" cy="0"/>
        </a:xfrm>
      </p:grpSpPr>
      <p:sp>
        <p:nvSpPr>
          <p:cNvPr id="219" name="Google Shape;219;p8"/>
          <p:cNvSpPr/>
          <p:nvPr/>
        </p:nvSpPr>
        <p:spPr>
          <a:xfrm>
            <a:off x="717150" y="935100"/>
            <a:ext cx="7709700" cy="327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221" name="Google Shape;221;p8"/>
          <p:cNvGrpSpPr/>
          <p:nvPr/>
        </p:nvGrpSpPr>
        <p:grpSpPr>
          <a:xfrm rot="-5400000">
            <a:off x="348315" y="3682261"/>
            <a:ext cx="1129770" cy="1173854"/>
            <a:chOff x="11" y="583339"/>
            <a:chExt cx="1129770" cy="1173854"/>
          </a:xfrm>
        </p:grpSpPr>
        <p:sp>
          <p:nvSpPr>
            <p:cNvPr id="222" name="Google Shape;222;p8"/>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3" name="Google Shape;223;p8"/>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4" name="Google Shape;224;p8"/>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5" name="Google Shape;225;p8"/>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6" name="Google Shape;226;p8"/>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7" name="Google Shape;227;p8"/>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8" name="Google Shape;228;p8"/>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29" name="Google Shape;229;p8"/>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0" name="Google Shape;230;p8"/>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1" name="Google Shape;231;p8"/>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2" name="Google Shape;232;p8"/>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3" name="Google Shape;233;p8"/>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4" name="Google Shape;234;p8"/>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5" name="Google Shape;235;p8"/>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6" name="Google Shape;236;p8"/>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7" name="Google Shape;237;p8"/>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8" name="Google Shape;238;p8"/>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39" name="Google Shape;239;p8"/>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0" name="Google Shape;240;p8"/>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1" name="Google Shape;241;p8"/>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2" name="Google Shape;242;p8"/>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3" name="Google Shape;243;p8"/>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4" name="Google Shape;244;p8"/>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5" name="Google Shape;245;p8"/>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6" name="Google Shape;246;p8"/>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nvGrpSpPr>
          <p:cNvPr id="247" name="Google Shape;247;p8"/>
          <p:cNvGrpSpPr/>
          <p:nvPr/>
        </p:nvGrpSpPr>
        <p:grpSpPr>
          <a:xfrm rot="-5400000">
            <a:off x="7661788" y="304268"/>
            <a:ext cx="1129770" cy="1173854"/>
            <a:chOff x="11" y="583339"/>
            <a:chExt cx="1129770" cy="1173854"/>
          </a:xfrm>
        </p:grpSpPr>
        <p:sp>
          <p:nvSpPr>
            <p:cNvPr id="248" name="Google Shape;248;p8"/>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49" name="Google Shape;249;p8"/>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0" name="Google Shape;250;p8"/>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1" name="Google Shape;251;p8"/>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2" name="Google Shape;252;p8"/>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3" name="Google Shape;253;p8"/>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4" name="Google Shape;254;p8"/>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5" name="Google Shape;255;p8"/>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6" name="Google Shape;256;p8"/>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7" name="Google Shape;257;p8"/>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8" name="Google Shape;258;p8"/>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59" name="Google Shape;259;p8"/>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0" name="Google Shape;260;p8"/>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1" name="Google Shape;261;p8"/>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2" name="Google Shape;262;p8"/>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3" name="Google Shape;263;p8"/>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4" name="Google Shape;264;p8"/>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5" name="Google Shape;265;p8"/>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6" name="Google Shape;266;p8"/>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7" name="Google Shape;267;p8"/>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8" name="Google Shape;268;p8"/>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69" name="Google Shape;269;p8"/>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70" name="Google Shape;270;p8"/>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71" name="Google Shape;271;p8"/>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272" name="Google Shape;272;p8"/>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3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336"/>
        <p:cNvGrpSpPr/>
        <p:nvPr/>
      </p:nvGrpSpPr>
      <p:grpSpPr>
        <a:xfrm>
          <a:off x="0" y="0"/>
          <a:ext cx="0" cy="0"/>
          <a:chOff x="0" y="0"/>
          <a:chExt cx="0" cy="0"/>
        </a:xfrm>
      </p:grpSpPr>
      <p:sp>
        <p:nvSpPr>
          <p:cNvPr id="337" name="Google Shape;337;p13"/>
          <p:cNvSpPr txBox="1">
            <a:spLocks noGrp="1"/>
          </p:cNvSpPr>
          <p:nvPr>
            <p:ph type="title"/>
          </p:nvPr>
        </p:nvSpPr>
        <p:spPr>
          <a:xfrm>
            <a:off x="1746945" y="1731425"/>
            <a:ext cx="2723400" cy="5118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38" name="Google Shape;338;p13"/>
          <p:cNvSpPr txBox="1">
            <a:spLocks noGrp="1"/>
          </p:cNvSpPr>
          <p:nvPr>
            <p:ph type="title" idx="2" hasCustomPrompt="1"/>
          </p:nvPr>
        </p:nvSpPr>
        <p:spPr>
          <a:xfrm>
            <a:off x="797895" y="1725525"/>
            <a:ext cx="951300" cy="51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1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39" name="Google Shape;339;p13"/>
          <p:cNvSpPr txBox="1">
            <a:spLocks noGrp="1"/>
          </p:cNvSpPr>
          <p:nvPr>
            <p:ph type="subTitle" idx="1"/>
          </p:nvPr>
        </p:nvSpPr>
        <p:spPr>
          <a:xfrm>
            <a:off x="1749195" y="2248419"/>
            <a:ext cx="2723400" cy="463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40" name="Google Shape;340;p13"/>
          <p:cNvSpPr txBox="1">
            <a:spLocks noGrp="1"/>
          </p:cNvSpPr>
          <p:nvPr>
            <p:ph type="title" idx="3"/>
          </p:nvPr>
        </p:nvSpPr>
        <p:spPr>
          <a:xfrm>
            <a:off x="1746938" y="3388125"/>
            <a:ext cx="2723400" cy="5118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41" name="Google Shape;341;p13"/>
          <p:cNvSpPr txBox="1">
            <a:spLocks noGrp="1"/>
          </p:cNvSpPr>
          <p:nvPr>
            <p:ph type="title" idx="4" hasCustomPrompt="1"/>
          </p:nvPr>
        </p:nvSpPr>
        <p:spPr>
          <a:xfrm>
            <a:off x="797895" y="3388125"/>
            <a:ext cx="951300" cy="51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1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2" name="Google Shape;342;p13"/>
          <p:cNvSpPr txBox="1">
            <a:spLocks noGrp="1"/>
          </p:cNvSpPr>
          <p:nvPr>
            <p:ph type="subTitle" idx="5"/>
          </p:nvPr>
        </p:nvSpPr>
        <p:spPr>
          <a:xfrm>
            <a:off x="1746938" y="3897362"/>
            <a:ext cx="2723400" cy="463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43" name="Google Shape;343;p13"/>
          <p:cNvSpPr txBox="1">
            <a:spLocks noGrp="1"/>
          </p:cNvSpPr>
          <p:nvPr>
            <p:ph type="title" idx="6"/>
          </p:nvPr>
        </p:nvSpPr>
        <p:spPr>
          <a:xfrm>
            <a:off x="5602945" y="1728250"/>
            <a:ext cx="2731200" cy="5118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44" name="Google Shape;344;p13"/>
          <p:cNvSpPr txBox="1">
            <a:spLocks noGrp="1"/>
          </p:cNvSpPr>
          <p:nvPr>
            <p:ph type="title" idx="7" hasCustomPrompt="1"/>
          </p:nvPr>
        </p:nvSpPr>
        <p:spPr>
          <a:xfrm>
            <a:off x="4659709" y="1731424"/>
            <a:ext cx="951300" cy="51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1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5" name="Google Shape;345;p13"/>
          <p:cNvSpPr txBox="1">
            <a:spLocks noGrp="1"/>
          </p:cNvSpPr>
          <p:nvPr>
            <p:ph type="subTitle" idx="8"/>
          </p:nvPr>
        </p:nvSpPr>
        <p:spPr>
          <a:xfrm>
            <a:off x="5605195" y="2242520"/>
            <a:ext cx="2731200" cy="463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46" name="Google Shape;346;p13"/>
          <p:cNvSpPr txBox="1">
            <a:spLocks noGrp="1"/>
          </p:cNvSpPr>
          <p:nvPr>
            <p:ph type="title" idx="9"/>
          </p:nvPr>
        </p:nvSpPr>
        <p:spPr>
          <a:xfrm>
            <a:off x="5602945" y="3388875"/>
            <a:ext cx="2731200" cy="5118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47" name="Google Shape;347;p13"/>
          <p:cNvSpPr txBox="1">
            <a:spLocks noGrp="1"/>
          </p:cNvSpPr>
          <p:nvPr>
            <p:ph type="title" idx="13" hasCustomPrompt="1"/>
          </p:nvPr>
        </p:nvSpPr>
        <p:spPr>
          <a:xfrm>
            <a:off x="4659709" y="3389163"/>
            <a:ext cx="951300" cy="51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1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8" name="Google Shape;348;p13"/>
          <p:cNvSpPr txBox="1">
            <a:spLocks noGrp="1"/>
          </p:cNvSpPr>
          <p:nvPr>
            <p:ph type="subTitle" idx="14"/>
          </p:nvPr>
        </p:nvSpPr>
        <p:spPr>
          <a:xfrm>
            <a:off x="5602945" y="3897362"/>
            <a:ext cx="2731200" cy="463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349" name="Google Shape;349;p13"/>
          <p:cNvSpPr txBox="1">
            <a:spLocks noGrp="1"/>
          </p:cNvSpPr>
          <p:nvPr>
            <p:ph type="title" idx="15"/>
          </p:nvPr>
        </p:nvSpPr>
        <p:spPr>
          <a:xfrm>
            <a:off x="723388"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0" name="Google Shape;350;p13"/>
          <p:cNvGrpSpPr/>
          <p:nvPr/>
        </p:nvGrpSpPr>
        <p:grpSpPr>
          <a:xfrm rot="-5400000">
            <a:off x="7661788" y="304268"/>
            <a:ext cx="1129770" cy="1173854"/>
            <a:chOff x="11" y="583339"/>
            <a:chExt cx="1129770" cy="1173854"/>
          </a:xfrm>
        </p:grpSpPr>
        <p:sp>
          <p:nvSpPr>
            <p:cNvPr id="351" name="Google Shape;351;p13"/>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2" name="Google Shape;352;p13"/>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3" name="Google Shape;353;p13"/>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4" name="Google Shape;354;p13"/>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5" name="Google Shape;355;p13"/>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6" name="Google Shape;356;p13"/>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7" name="Google Shape;357;p13"/>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8" name="Google Shape;358;p13"/>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59" name="Google Shape;359;p13"/>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0" name="Google Shape;360;p13"/>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1" name="Google Shape;361;p13"/>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2" name="Google Shape;362;p13"/>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3" name="Google Shape;363;p13"/>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4" name="Google Shape;364;p13"/>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5" name="Google Shape;365;p13"/>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6" name="Google Shape;366;p13"/>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7" name="Google Shape;367;p13"/>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8" name="Google Shape;368;p13"/>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69" name="Google Shape;369;p13"/>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70" name="Google Shape;370;p13"/>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71" name="Google Shape;371;p13"/>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72" name="Google Shape;372;p13"/>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73" name="Google Shape;373;p13"/>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74" name="Google Shape;374;p13"/>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375" name="Google Shape;375;p13"/>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474"/>
        <p:cNvGrpSpPr/>
        <p:nvPr/>
      </p:nvGrpSpPr>
      <p:grpSpPr>
        <a:xfrm>
          <a:off x="0" y="0"/>
          <a:ext cx="0" cy="0"/>
          <a:chOff x="0" y="0"/>
          <a:chExt cx="0" cy="0"/>
        </a:xfrm>
      </p:grpSpPr>
      <p:sp>
        <p:nvSpPr>
          <p:cNvPr id="475" name="Google Shape;475;p17"/>
          <p:cNvSpPr/>
          <p:nvPr/>
        </p:nvSpPr>
        <p:spPr>
          <a:xfrm>
            <a:off x="717150" y="1163700"/>
            <a:ext cx="7709700" cy="327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77" name="Google Shape;477;p17"/>
          <p:cNvSpPr txBox="1">
            <a:spLocks noGrp="1"/>
          </p:cNvSpPr>
          <p:nvPr>
            <p:ph type="body" idx="1"/>
          </p:nvPr>
        </p:nvSpPr>
        <p:spPr>
          <a:xfrm>
            <a:off x="1924350" y="1730850"/>
            <a:ext cx="5295300" cy="2139000"/>
          </a:xfrm>
          <a:prstGeom prst="rect">
            <a:avLst/>
          </a:prstGeom>
        </p:spPr>
        <p:txBody>
          <a:bodyPr spcFirstLastPara="1" wrap="square" lIns="91425" tIns="91425" rIns="91425" bIns="91425" anchor="ctr" anchorCtr="0">
            <a:noAutofit/>
          </a:bodyPr>
          <a:lstStyle>
            <a:lvl1pPr marL="457200" lvl="0" indent="-304800" algn="ctr" rtl="0">
              <a:spcBef>
                <a:spcPts val="0"/>
              </a:spcBef>
              <a:spcAft>
                <a:spcPts val="0"/>
              </a:spcAft>
              <a:buSzPts val="1200"/>
              <a:buFont typeface="Roboto Slab Light"/>
              <a:buChar char="●"/>
              <a:defRPr sz="1400"/>
            </a:lvl1pPr>
            <a:lvl2pPr marL="914400" lvl="1" indent="-304800" rtl="0">
              <a:lnSpc>
                <a:spcPct val="100000"/>
              </a:lnSpc>
              <a:spcBef>
                <a:spcPts val="1600"/>
              </a:spcBef>
              <a:spcAft>
                <a:spcPts val="0"/>
              </a:spcAft>
              <a:buSzPts val="1200"/>
              <a:buFont typeface="Roboto Slab Light"/>
              <a:buChar char="○"/>
              <a:defRPr/>
            </a:lvl2pPr>
            <a:lvl3pPr marL="1371600" lvl="2" indent="-304800" rtl="0">
              <a:lnSpc>
                <a:spcPct val="100000"/>
              </a:lnSpc>
              <a:spcBef>
                <a:spcPts val="1600"/>
              </a:spcBef>
              <a:spcAft>
                <a:spcPts val="0"/>
              </a:spcAft>
              <a:buSzPts val="1200"/>
              <a:buFont typeface="Roboto Slab Light"/>
              <a:buChar char="■"/>
              <a:defRPr/>
            </a:lvl3pPr>
            <a:lvl4pPr marL="1828800" lvl="3" indent="-304800" rtl="0">
              <a:lnSpc>
                <a:spcPct val="100000"/>
              </a:lnSpc>
              <a:spcBef>
                <a:spcPts val="1600"/>
              </a:spcBef>
              <a:spcAft>
                <a:spcPts val="0"/>
              </a:spcAft>
              <a:buSzPts val="1200"/>
              <a:buFont typeface="Roboto Slab Light"/>
              <a:buChar char="●"/>
              <a:defRPr/>
            </a:lvl4pPr>
            <a:lvl5pPr marL="2286000" lvl="4" indent="-304800" rtl="0">
              <a:lnSpc>
                <a:spcPct val="100000"/>
              </a:lnSpc>
              <a:spcBef>
                <a:spcPts val="1600"/>
              </a:spcBef>
              <a:spcAft>
                <a:spcPts val="0"/>
              </a:spcAft>
              <a:buSzPts val="1200"/>
              <a:buFont typeface="Roboto Slab Light"/>
              <a:buChar char="○"/>
              <a:defRPr/>
            </a:lvl5pPr>
            <a:lvl6pPr marL="2743200" lvl="5" indent="-304800" rtl="0">
              <a:lnSpc>
                <a:spcPct val="100000"/>
              </a:lnSpc>
              <a:spcBef>
                <a:spcPts val="1600"/>
              </a:spcBef>
              <a:spcAft>
                <a:spcPts val="0"/>
              </a:spcAft>
              <a:buSzPts val="1200"/>
              <a:buFont typeface="Roboto Slab Light"/>
              <a:buChar char="■"/>
              <a:defRPr/>
            </a:lvl6pPr>
            <a:lvl7pPr marL="3200400" lvl="6" indent="-304800" rtl="0">
              <a:lnSpc>
                <a:spcPct val="100000"/>
              </a:lnSpc>
              <a:spcBef>
                <a:spcPts val="1600"/>
              </a:spcBef>
              <a:spcAft>
                <a:spcPts val="0"/>
              </a:spcAft>
              <a:buSzPts val="1200"/>
              <a:buFont typeface="Roboto Slab Light"/>
              <a:buChar char="●"/>
              <a:defRPr/>
            </a:lvl7pPr>
            <a:lvl8pPr marL="3657600" lvl="7" indent="-304800" rtl="0">
              <a:lnSpc>
                <a:spcPct val="100000"/>
              </a:lnSpc>
              <a:spcBef>
                <a:spcPts val="1600"/>
              </a:spcBef>
              <a:spcAft>
                <a:spcPts val="0"/>
              </a:spcAft>
              <a:buSzPts val="1200"/>
              <a:buFont typeface="Roboto Slab Light"/>
              <a:buChar char="○"/>
              <a:defRPr/>
            </a:lvl8pPr>
            <a:lvl9pPr marL="4114800" lvl="8" indent="-304800" rtl="0">
              <a:lnSpc>
                <a:spcPct val="100000"/>
              </a:lnSpc>
              <a:spcBef>
                <a:spcPts val="1600"/>
              </a:spcBef>
              <a:spcAft>
                <a:spcPts val="1600"/>
              </a:spcAft>
              <a:buSzPts val="1200"/>
              <a:buFont typeface="Roboto Slab Light"/>
              <a:buChar char="■"/>
              <a:defRPr/>
            </a:lvl9pPr>
          </a:lstStyle>
          <a:p>
            <a:endParaRPr/>
          </a:p>
        </p:txBody>
      </p:sp>
      <p:grpSp>
        <p:nvGrpSpPr>
          <p:cNvPr id="478" name="Google Shape;478;p17"/>
          <p:cNvGrpSpPr/>
          <p:nvPr/>
        </p:nvGrpSpPr>
        <p:grpSpPr>
          <a:xfrm rot="-5400000">
            <a:off x="348315" y="3682261"/>
            <a:ext cx="1129770" cy="1173854"/>
            <a:chOff x="11" y="583339"/>
            <a:chExt cx="1129770" cy="1173854"/>
          </a:xfrm>
        </p:grpSpPr>
        <p:sp>
          <p:nvSpPr>
            <p:cNvPr id="479" name="Google Shape;479;p17"/>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0" name="Google Shape;480;p17"/>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1" name="Google Shape;481;p17"/>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2" name="Google Shape;482;p17"/>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3" name="Google Shape;483;p17"/>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4" name="Google Shape;484;p17"/>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5" name="Google Shape;485;p17"/>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6" name="Google Shape;486;p17"/>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7" name="Google Shape;487;p17"/>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8" name="Google Shape;488;p17"/>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89" name="Google Shape;489;p17"/>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0" name="Google Shape;490;p17"/>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1" name="Google Shape;491;p17"/>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2" name="Google Shape;492;p17"/>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3" name="Google Shape;493;p17"/>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4" name="Google Shape;494;p17"/>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5" name="Google Shape;495;p17"/>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6" name="Google Shape;496;p17"/>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7" name="Google Shape;497;p17"/>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8" name="Google Shape;498;p17"/>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499" name="Google Shape;499;p17"/>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0" name="Google Shape;500;p17"/>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1" name="Google Shape;501;p17"/>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2" name="Google Shape;502;p17"/>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3" name="Google Shape;503;p17"/>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nvGrpSpPr>
          <p:cNvPr id="504" name="Google Shape;504;p17"/>
          <p:cNvGrpSpPr/>
          <p:nvPr/>
        </p:nvGrpSpPr>
        <p:grpSpPr>
          <a:xfrm rot="-5400000">
            <a:off x="7661788" y="304268"/>
            <a:ext cx="1129770" cy="1173854"/>
            <a:chOff x="11" y="583339"/>
            <a:chExt cx="1129770" cy="1173854"/>
          </a:xfrm>
        </p:grpSpPr>
        <p:sp>
          <p:nvSpPr>
            <p:cNvPr id="505" name="Google Shape;505;p17"/>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6" name="Google Shape;506;p17"/>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7" name="Google Shape;507;p17"/>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8" name="Google Shape;508;p17"/>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09" name="Google Shape;509;p17"/>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0" name="Google Shape;510;p17"/>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1" name="Google Shape;511;p17"/>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2" name="Google Shape;512;p17"/>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3" name="Google Shape;513;p17"/>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4" name="Google Shape;514;p17"/>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5" name="Google Shape;515;p17"/>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6" name="Google Shape;516;p17"/>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7" name="Google Shape;517;p17"/>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8" name="Google Shape;518;p17"/>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19" name="Google Shape;519;p17"/>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0" name="Google Shape;520;p17"/>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1" name="Google Shape;521;p17"/>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2" name="Google Shape;522;p17"/>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3" name="Google Shape;523;p17"/>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4" name="Google Shape;524;p17"/>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5" name="Google Shape;525;p17"/>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6" name="Google Shape;526;p17"/>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7" name="Google Shape;527;p17"/>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8" name="Google Shape;528;p17"/>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29" name="Google Shape;529;p17"/>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3">
  <p:cSld name="TITLE_ONLY_1_1_1">
    <p:spTree>
      <p:nvGrpSpPr>
        <p:cNvPr id="1" name="Shape 587"/>
        <p:cNvGrpSpPr/>
        <p:nvPr/>
      </p:nvGrpSpPr>
      <p:grpSpPr>
        <a:xfrm>
          <a:off x="0" y="0"/>
          <a:ext cx="0" cy="0"/>
          <a:chOff x="0" y="0"/>
          <a:chExt cx="0" cy="0"/>
        </a:xfrm>
      </p:grpSpPr>
      <p:grpSp>
        <p:nvGrpSpPr>
          <p:cNvPr id="588" name="Google Shape;588;p20"/>
          <p:cNvGrpSpPr/>
          <p:nvPr/>
        </p:nvGrpSpPr>
        <p:grpSpPr>
          <a:xfrm rot="-5400000">
            <a:off x="348315" y="3682261"/>
            <a:ext cx="1129770" cy="1173854"/>
            <a:chOff x="11" y="583339"/>
            <a:chExt cx="1129770" cy="1173854"/>
          </a:xfrm>
        </p:grpSpPr>
        <p:sp>
          <p:nvSpPr>
            <p:cNvPr id="589" name="Google Shape;589;p20"/>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0" name="Google Shape;590;p20"/>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1" name="Google Shape;591;p20"/>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2" name="Google Shape;592;p20"/>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3" name="Google Shape;593;p20"/>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4" name="Google Shape;594;p20"/>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5" name="Google Shape;595;p20"/>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6" name="Google Shape;596;p20"/>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7" name="Google Shape;597;p20"/>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8" name="Google Shape;598;p20"/>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599" name="Google Shape;599;p20"/>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0" name="Google Shape;600;p20"/>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1" name="Google Shape;601;p20"/>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2" name="Google Shape;602;p20"/>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3" name="Google Shape;603;p20"/>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4" name="Google Shape;604;p20"/>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5" name="Google Shape;605;p20"/>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6" name="Google Shape;606;p20"/>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7" name="Google Shape;607;p20"/>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8" name="Google Shape;608;p20"/>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09" name="Google Shape;609;p20"/>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10" name="Google Shape;610;p20"/>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11" name="Google Shape;611;p20"/>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12" name="Google Shape;612;p20"/>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13" name="Google Shape;613;p20"/>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
        <p:nvSpPr>
          <p:cNvPr id="614" name="Google Shape;614;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5">
  <p:cSld name="TITLE_ONLY_1_1_1_1_1">
    <p:spTree>
      <p:nvGrpSpPr>
        <p:cNvPr id="1" name="Shape 644"/>
        <p:cNvGrpSpPr/>
        <p:nvPr/>
      </p:nvGrpSpPr>
      <p:grpSpPr>
        <a:xfrm>
          <a:off x="0" y="0"/>
          <a:ext cx="0" cy="0"/>
          <a:chOff x="0" y="0"/>
          <a:chExt cx="0" cy="0"/>
        </a:xfrm>
      </p:grpSpPr>
      <p:sp>
        <p:nvSpPr>
          <p:cNvPr id="645" name="Google Shape;645;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646" name="Google Shape;646;p22"/>
          <p:cNvGrpSpPr/>
          <p:nvPr/>
        </p:nvGrpSpPr>
        <p:grpSpPr>
          <a:xfrm rot="-5400000">
            <a:off x="332988" y="295378"/>
            <a:ext cx="1129770" cy="1173854"/>
            <a:chOff x="11" y="583339"/>
            <a:chExt cx="1129770" cy="1173854"/>
          </a:xfrm>
        </p:grpSpPr>
        <p:sp>
          <p:nvSpPr>
            <p:cNvPr id="647" name="Google Shape;647;p22"/>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48" name="Google Shape;648;p22"/>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49" name="Google Shape;649;p22"/>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0" name="Google Shape;650;p22"/>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1" name="Google Shape;651;p22"/>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2" name="Google Shape;652;p22"/>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3" name="Google Shape;653;p22"/>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4" name="Google Shape;654;p22"/>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5" name="Google Shape;655;p22"/>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6" name="Google Shape;656;p22"/>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7" name="Google Shape;657;p22"/>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8" name="Google Shape;658;p22"/>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59" name="Google Shape;659;p22"/>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0" name="Google Shape;660;p22"/>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1" name="Google Shape;661;p22"/>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2" name="Google Shape;662;p22"/>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3" name="Google Shape;663;p22"/>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4" name="Google Shape;664;p22"/>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5" name="Google Shape;665;p22"/>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6" name="Google Shape;666;p22"/>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7" name="Google Shape;667;p22"/>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8" name="Google Shape;668;p22"/>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69" name="Google Shape;669;p22"/>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70" name="Google Shape;670;p22"/>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671" name="Google Shape;671;p22"/>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802"/>
        <p:cNvGrpSpPr/>
        <p:nvPr/>
      </p:nvGrpSpPr>
      <p:grpSpPr>
        <a:xfrm>
          <a:off x="0" y="0"/>
          <a:ext cx="0" cy="0"/>
          <a:chOff x="0" y="0"/>
          <a:chExt cx="0" cy="0"/>
        </a:xfrm>
      </p:grpSpPr>
      <p:sp>
        <p:nvSpPr>
          <p:cNvPr id="803" name="Google Shape;803;p26"/>
          <p:cNvSpPr/>
          <p:nvPr/>
        </p:nvSpPr>
        <p:spPr>
          <a:xfrm>
            <a:off x="7316550" y="0"/>
            <a:ext cx="18237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4" name="Google Shape;804;p26"/>
          <p:cNvGrpSpPr/>
          <p:nvPr/>
        </p:nvGrpSpPr>
        <p:grpSpPr>
          <a:xfrm rot="-5400000">
            <a:off x="7661788" y="304268"/>
            <a:ext cx="1129770" cy="1173854"/>
            <a:chOff x="11" y="583339"/>
            <a:chExt cx="1129770" cy="1173854"/>
          </a:xfrm>
        </p:grpSpPr>
        <p:sp>
          <p:nvSpPr>
            <p:cNvPr id="805" name="Google Shape;805;p26"/>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06" name="Google Shape;806;p26"/>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07" name="Google Shape;807;p26"/>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08" name="Google Shape;808;p26"/>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09" name="Google Shape;809;p26"/>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0" name="Google Shape;810;p26"/>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1" name="Google Shape;811;p26"/>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2" name="Google Shape;812;p26"/>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3" name="Google Shape;813;p26"/>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4" name="Google Shape;814;p26"/>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5" name="Google Shape;815;p26"/>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6" name="Google Shape;816;p26"/>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7" name="Google Shape;817;p26"/>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8" name="Google Shape;818;p26"/>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19" name="Google Shape;819;p26"/>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0" name="Google Shape;820;p26"/>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1" name="Google Shape;821;p26"/>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2" name="Google Shape;822;p26"/>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3" name="Google Shape;823;p26"/>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4" name="Google Shape;824;p26"/>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5" name="Google Shape;825;p26"/>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6" name="Google Shape;826;p26"/>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7" name="Google Shape;827;p26"/>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8" name="Google Shape;828;p26"/>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29" name="Google Shape;829;p26"/>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
        <p:nvSpPr>
          <p:cNvPr id="830" name="Google Shape;830;p26"/>
          <p:cNvSpPr/>
          <p:nvPr/>
        </p:nvSpPr>
        <p:spPr>
          <a:xfrm>
            <a:off x="1350" y="0"/>
            <a:ext cx="18237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1" name="Google Shape;831;p26"/>
          <p:cNvGrpSpPr/>
          <p:nvPr/>
        </p:nvGrpSpPr>
        <p:grpSpPr>
          <a:xfrm rot="-5400000">
            <a:off x="348315" y="3682261"/>
            <a:ext cx="1129770" cy="1173854"/>
            <a:chOff x="11" y="583339"/>
            <a:chExt cx="1129770" cy="1173854"/>
          </a:xfrm>
        </p:grpSpPr>
        <p:sp>
          <p:nvSpPr>
            <p:cNvPr id="832" name="Google Shape;832;p26"/>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33" name="Google Shape;833;p26"/>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34" name="Google Shape;834;p26"/>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35" name="Google Shape;835;p26"/>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36" name="Google Shape;836;p26"/>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37" name="Google Shape;837;p26"/>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38" name="Google Shape;838;p26"/>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39" name="Google Shape;839;p26"/>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0" name="Google Shape;840;p26"/>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1" name="Google Shape;841;p26"/>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2" name="Google Shape;842;p26"/>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3" name="Google Shape;843;p26"/>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4" name="Google Shape;844;p26"/>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5" name="Google Shape;845;p26"/>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6" name="Google Shape;846;p26"/>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7" name="Google Shape;847;p26"/>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8" name="Google Shape;848;p26"/>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49" name="Google Shape;849;p26"/>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50" name="Google Shape;850;p26"/>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51" name="Google Shape;851;p26"/>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52" name="Google Shape;852;p26"/>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53" name="Google Shape;853;p26"/>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54" name="Google Shape;854;p26"/>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55" name="Google Shape;855;p26"/>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856" name="Google Shape;856;p26"/>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
        <p:nvSpPr>
          <p:cNvPr id="857" name="Google Shape;857;p26"/>
          <p:cNvSpPr txBox="1">
            <a:spLocks noGrp="1"/>
          </p:cNvSpPr>
          <p:nvPr>
            <p:ph type="title" hasCustomPrompt="1"/>
          </p:nvPr>
        </p:nvSpPr>
        <p:spPr>
          <a:xfrm>
            <a:off x="2642625" y="540000"/>
            <a:ext cx="3858900" cy="705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858" name="Google Shape;858;p26"/>
          <p:cNvSpPr txBox="1">
            <a:spLocks noGrp="1"/>
          </p:cNvSpPr>
          <p:nvPr>
            <p:ph type="subTitle" idx="1"/>
          </p:nvPr>
        </p:nvSpPr>
        <p:spPr>
          <a:xfrm>
            <a:off x="2642625" y="1246025"/>
            <a:ext cx="3858900" cy="36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59" name="Google Shape;859;p26"/>
          <p:cNvSpPr txBox="1">
            <a:spLocks noGrp="1"/>
          </p:cNvSpPr>
          <p:nvPr>
            <p:ph type="title" idx="2" hasCustomPrompt="1"/>
          </p:nvPr>
        </p:nvSpPr>
        <p:spPr>
          <a:xfrm>
            <a:off x="2642625" y="2036332"/>
            <a:ext cx="3858900" cy="705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860" name="Google Shape;860;p26"/>
          <p:cNvSpPr txBox="1">
            <a:spLocks noGrp="1"/>
          </p:cNvSpPr>
          <p:nvPr>
            <p:ph type="subTitle" idx="3"/>
          </p:nvPr>
        </p:nvSpPr>
        <p:spPr>
          <a:xfrm>
            <a:off x="2642625" y="2742358"/>
            <a:ext cx="3858900" cy="36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61" name="Google Shape;861;p26"/>
          <p:cNvSpPr txBox="1">
            <a:spLocks noGrp="1"/>
          </p:cNvSpPr>
          <p:nvPr>
            <p:ph type="title" idx="4" hasCustomPrompt="1"/>
          </p:nvPr>
        </p:nvSpPr>
        <p:spPr>
          <a:xfrm>
            <a:off x="2642625" y="3539364"/>
            <a:ext cx="3858900" cy="705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862" name="Google Shape;862;p26"/>
          <p:cNvSpPr txBox="1">
            <a:spLocks noGrp="1"/>
          </p:cNvSpPr>
          <p:nvPr>
            <p:ph type="subTitle" idx="5"/>
          </p:nvPr>
        </p:nvSpPr>
        <p:spPr>
          <a:xfrm>
            <a:off x="2642625" y="4245389"/>
            <a:ext cx="3858900" cy="36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92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BLANK_1_1_1_1_1_1_1_1">
    <p:spTree>
      <p:nvGrpSpPr>
        <p:cNvPr id="1" name="Shape 921"/>
        <p:cNvGrpSpPr/>
        <p:nvPr/>
      </p:nvGrpSpPr>
      <p:grpSpPr>
        <a:xfrm>
          <a:off x="0" y="0"/>
          <a:ext cx="0" cy="0"/>
          <a:chOff x="0" y="0"/>
          <a:chExt cx="0" cy="0"/>
        </a:xfrm>
      </p:grpSpPr>
      <p:grpSp>
        <p:nvGrpSpPr>
          <p:cNvPr id="922" name="Google Shape;922;p29"/>
          <p:cNvGrpSpPr/>
          <p:nvPr/>
        </p:nvGrpSpPr>
        <p:grpSpPr>
          <a:xfrm rot="-5400000">
            <a:off x="7661788" y="304268"/>
            <a:ext cx="1129770" cy="1173854"/>
            <a:chOff x="11" y="583339"/>
            <a:chExt cx="1129770" cy="1173854"/>
          </a:xfrm>
        </p:grpSpPr>
        <p:sp>
          <p:nvSpPr>
            <p:cNvPr id="923" name="Google Shape;923;p29"/>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24" name="Google Shape;924;p29"/>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25" name="Google Shape;925;p29"/>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26" name="Google Shape;926;p29"/>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27" name="Google Shape;927;p29"/>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28" name="Google Shape;928;p29"/>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29" name="Google Shape;929;p29"/>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0" name="Google Shape;930;p29"/>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1" name="Google Shape;931;p29"/>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2" name="Google Shape;932;p29"/>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3" name="Google Shape;933;p29"/>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4" name="Google Shape;934;p29"/>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5" name="Google Shape;935;p29"/>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6" name="Google Shape;936;p29"/>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7" name="Google Shape;937;p29"/>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8" name="Google Shape;938;p29"/>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39" name="Google Shape;939;p29"/>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40" name="Google Shape;940;p29"/>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41" name="Google Shape;941;p29"/>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42" name="Google Shape;942;p29"/>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43" name="Google Shape;943;p29"/>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44" name="Google Shape;944;p29"/>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45" name="Google Shape;945;p29"/>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46" name="Google Shape;946;p29"/>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47" name="Google Shape;947;p29"/>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grpSp>
        <p:nvGrpSpPr>
          <p:cNvPr id="948" name="Google Shape;948;p29"/>
          <p:cNvGrpSpPr/>
          <p:nvPr/>
        </p:nvGrpSpPr>
        <p:grpSpPr>
          <a:xfrm rot="-5400000">
            <a:off x="348315" y="3682261"/>
            <a:ext cx="1129770" cy="1173854"/>
            <a:chOff x="11" y="583339"/>
            <a:chExt cx="1129770" cy="1173854"/>
          </a:xfrm>
        </p:grpSpPr>
        <p:sp>
          <p:nvSpPr>
            <p:cNvPr id="949" name="Google Shape;949;p29"/>
            <p:cNvSpPr/>
            <p:nvPr/>
          </p:nvSpPr>
          <p:spPr>
            <a:xfrm>
              <a:off x="9686" y="583339"/>
              <a:ext cx="51388" cy="52830"/>
            </a:xfrm>
            <a:custGeom>
              <a:avLst/>
              <a:gdLst/>
              <a:ahLst/>
              <a:cxnLst/>
              <a:rect l="l" t="t" r="r" b="b"/>
              <a:pathLst>
                <a:path w="1604" h="1649" extrusionOk="0">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0" name="Google Shape;950;p29"/>
            <p:cNvSpPr/>
            <p:nvPr/>
          </p:nvSpPr>
          <p:spPr>
            <a:xfrm>
              <a:off x="277103" y="584524"/>
              <a:ext cx="50908" cy="50555"/>
            </a:xfrm>
            <a:custGeom>
              <a:avLst/>
              <a:gdLst/>
              <a:ahLst/>
              <a:cxnLst/>
              <a:rect l="l" t="t" r="r" b="b"/>
              <a:pathLst>
                <a:path w="1589" h="1578" extrusionOk="0">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1" name="Google Shape;951;p29"/>
            <p:cNvSpPr/>
            <p:nvPr/>
          </p:nvSpPr>
          <p:spPr>
            <a:xfrm>
              <a:off x="543559" y="583435"/>
              <a:ext cx="52349" cy="52734"/>
            </a:xfrm>
            <a:custGeom>
              <a:avLst/>
              <a:gdLst/>
              <a:ahLst/>
              <a:cxnLst/>
              <a:rect l="l" t="t" r="r" b="b"/>
              <a:pathLst>
                <a:path w="1634" h="1646" extrusionOk="0">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2" name="Google Shape;952;p29"/>
            <p:cNvSpPr/>
            <p:nvPr/>
          </p:nvSpPr>
          <p:spPr>
            <a:xfrm>
              <a:off x="810752" y="583435"/>
              <a:ext cx="52093" cy="52734"/>
            </a:xfrm>
            <a:custGeom>
              <a:avLst/>
              <a:gdLst/>
              <a:ahLst/>
              <a:cxnLst/>
              <a:rect l="l" t="t" r="r" b="b"/>
              <a:pathLst>
                <a:path w="1626" h="1646" extrusionOk="0">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3" name="Google Shape;953;p29"/>
            <p:cNvSpPr/>
            <p:nvPr/>
          </p:nvSpPr>
          <p:spPr>
            <a:xfrm>
              <a:off x="1078874" y="584524"/>
              <a:ext cx="50427" cy="50555"/>
            </a:xfrm>
            <a:custGeom>
              <a:avLst/>
              <a:gdLst/>
              <a:ahLst/>
              <a:cxnLst/>
              <a:rect l="l" t="t" r="r" b="b"/>
              <a:pathLst>
                <a:path w="1574" h="1578" extrusionOk="0">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4" name="Google Shape;954;p29"/>
            <p:cNvSpPr/>
            <p:nvPr/>
          </p:nvSpPr>
          <p:spPr>
            <a:xfrm>
              <a:off x="1933" y="863347"/>
              <a:ext cx="59141" cy="53310"/>
            </a:xfrm>
            <a:custGeom>
              <a:avLst/>
              <a:gdLst/>
              <a:ahLst/>
              <a:cxnLst/>
              <a:rect l="l" t="t" r="r" b="b"/>
              <a:pathLst>
                <a:path w="1846" h="1664" extrusionOk="0">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5" name="Google Shape;955;p29"/>
            <p:cNvSpPr/>
            <p:nvPr/>
          </p:nvSpPr>
          <p:spPr>
            <a:xfrm>
              <a:off x="268870" y="863827"/>
              <a:ext cx="59141" cy="50459"/>
            </a:xfrm>
            <a:custGeom>
              <a:avLst/>
              <a:gdLst/>
              <a:ahLst/>
              <a:cxnLst/>
              <a:rect l="l" t="t" r="r" b="b"/>
              <a:pathLst>
                <a:path w="1846" h="1575" extrusionOk="0">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6" name="Google Shape;956;p29"/>
            <p:cNvSpPr/>
            <p:nvPr/>
          </p:nvSpPr>
          <p:spPr>
            <a:xfrm>
              <a:off x="536287" y="863827"/>
              <a:ext cx="59141" cy="50459"/>
            </a:xfrm>
            <a:custGeom>
              <a:avLst/>
              <a:gdLst/>
              <a:ahLst/>
              <a:cxnLst/>
              <a:rect l="l" t="t" r="r" b="b"/>
              <a:pathLst>
                <a:path w="1846" h="1575" extrusionOk="0">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7" name="Google Shape;957;p29"/>
            <p:cNvSpPr/>
            <p:nvPr/>
          </p:nvSpPr>
          <p:spPr>
            <a:xfrm>
              <a:off x="803383" y="863827"/>
              <a:ext cx="58981" cy="50459"/>
            </a:xfrm>
            <a:custGeom>
              <a:avLst/>
              <a:gdLst/>
              <a:ahLst/>
              <a:cxnLst/>
              <a:rect l="l" t="t" r="r" b="b"/>
              <a:pathLst>
                <a:path w="1841" h="1575" extrusionOk="0">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8" name="Google Shape;958;p29"/>
            <p:cNvSpPr/>
            <p:nvPr/>
          </p:nvSpPr>
          <p:spPr>
            <a:xfrm>
              <a:off x="1070160" y="863827"/>
              <a:ext cx="59622" cy="50459"/>
            </a:xfrm>
            <a:custGeom>
              <a:avLst/>
              <a:gdLst/>
              <a:ahLst/>
              <a:cxnLst/>
              <a:rect l="l" t="t" r="r" b="b"/>
              <a:pathLst>
                <a:path w="1861" h="1575" extrusionOk="0">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59" name="Google Shape;959;p29"/>
            <p:cNvSpPr/>
            <p:nvPr/>
          </p:nvSpPr>
          <p:spPr>
            <a:xfrm>
              <a:off x="11" y="1143835"/>
              <a:ext cx="61063" cy="52830"/>
            </a:xfrm>
            <a:custGeom>
              <a:avLst/>
              <a:gdLst/>
              <a:ahLst/>
              <a:cxnLst/>
              <a:rect l="l" t="t" r="r" b="b"/>
              <a:pathLst>
                <a:path w="1906" h="1649" extrusionOk="0">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0" name="Google Shape;960;p29"/>
            <p:cNvSpPr/>
            <p:nvPr/>
          </p:nvSpPr>
          <p:spPr>
            <a:xfrm>
              <a:off x="268870" y="1143835"/>
              <a:ext cx="59141" cy="50459"/>
            </a:xfrm>
            <a:custGeom>
              <a:avLst/>
              <a:gdLst/>
              <a:ahLst/>
              <a:cxnLst/>
              <a:rect l="l" t="t" r="r" b="b"/>
              <a:pathLst>
                <a:path w="1846" h="1575" extrusionOk="0">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1" name="Google Shape;961;p29"/>
            <p:cNvSpPr/>
            <p:nvPr/>
          </p:nvSpPr>
          <p:spPr>
            <a:xfrm>
              <a:off x="536287" y="1143835"/>
              <a:ext cx="59141" cy="50459"/>
            </a:xfrm>
            <a:custGeom>
              <a:avLst/>
              <a:gdLst/>
              <a:ahLst/>
              <a:cxnLst/>
              <a:rect l="l" t="t" r="r" b="b"/>
              <a:pathLst>
                <a:path w="1846" h="1575" extrusionOk="0">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2" name="Google Shape;962;p29"/>
            <p:cNvSpPr/>
            <p:nvPr/>
          </p:nvSpPr>
          <p:spPr>
            <a:xfrm>
              <a:off x="803223" y="1143835"/>
              <a:ext cx="59141" cy="50459"/>
            </a:xfrm>
            <a:custGeom>
              <a:avLst/>
              <a:gdLst/>
              <a:ahLst/>
              <a:cxnLst/>
              <a:rect l="l" t="t" r="r" b="b"/>
              <a:pathLst>
                <a:path w="1846" h="1575" extrusionOk="0">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3" name="Google Shape;963;p29"/>
            <p:cNvSpPr/>
            <p:nvPr/>
          </p:nvSpPr>
          <p:spPr>
            <a:xfrm>
              <a:off x="1070160" y="1143835"/>
              <a:ext cx="59622" cy="50459"/>
            </a:xfrm>
            <a:custGeom>
              <a:avLst/>
              <a:gdLst/>
              <a:ahLst/>
              <a:cxnLst/>
              <a:rect l="l" t="t" r="r" b="b"/>
              <a:pathLst>
                <a:path w="1861" h="1575" extrusionOk="0">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4" name="Google Shape;964;p29"/>
            <p:cNvSpPr/>
            <p:nvPr/>
          </p:nvSpPr>
          <p:spPr>
            <a:xfrm>
              <a:off x="1933" y="1424323"/>
              <a:ext cx="59141" cy="52830"/>
            </a:xfrm>
            <a:custGeom>
              <a:avLst/>
              <a:gdLst/>
              <a:ahLst/>
              <a:cxnLst/>
              <a:rect l="l" t="t" r="r" b="b"/>
              <a:pathLst>
                <a:path w="1846" h="1649" extrusionOk="0">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5" name="Google Shape;965;p29"/>
            <p:cNvSpPr/>
            <p:nvPr/>
          </p:nvSpPr>
          <p:spPr>
            <a:xfrm>
              <a:off x="268870" y="1424323"/>
              <a:ext cx="59141" cy="50459"/>
            </a:xfrm>
            <a:custGeom>
              <a:avLst/>
              <a:gdLst/>
              <a:ahLst/>
              <a:cxnLst/>
              <a:rect l="l" t="t" r="r" b="b"/>
              <a:pathLst>
                <a:path w="1846" h="1575" extrusionOk="0">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6" name="Google Shape;966;p29"/>
            <p:cNvSpPr/>
            <p:nvPr/>
          </p:nvSpPr>
          <p:spPr>
            <a:xfrm>
              <a:off x="536287" y="1424323"/>
              <a:ext cx="59141" cy="50459"/>
            </a:xfrm>
            <a:custGeom>
              <a:avLst/>
              <a:gdLst/>
              <a:ahLst/>
              <a:cxnLst/>
              <a:rect l="l" t="t" r="r" b="b"/>
              <a:pathLst>
                <a:path w="1846" h="1575" extrusionOk="0">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7" name="Google Shape;967;p29"/>
            <p:cNvSpPr/>
            <p:nvPr/>
          </p:nvSpPr>
          <p:spPr>
            <a:xfrm>
              <a:off x="803223" y="1424323"/>
              <a:ext cx="59141" cy="50459"/>
            </a:xfrm>
            <a:custGeom>
              <a:avLst/>
              <a:gdLst/>
              <a:ahLst/>
              <a:cxnLst/>
              <a:rect l="l" t="t" r="r" b="b"/>
              <a:pathLst>
                <a:path w="1846" h="1575" extrusionOk="0">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8" name="Google Shape;968;p29"/>
            <p:cNvSpPr/>
            <p:nvPr/>
          </p:nvSpPr>
          <p:spPr>
            <a:xfrm>
              <a:off x="1070160" y="1424323"/>
              <a:ext cx="59622" cy="50459"/>
            </a:xfrm>
            <a:custGeom>
              <a:avLst/>
              <a:gdLst/>
              <a:ahLst/>
              <a:cxnLst/>
              <a:rect l="l" t="t" r="r" b="b"/>
              <a:pathLst>
                <a:path w="1861" h="1575" extrusionOk="0">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69" name="Google Shape;969;p29"/>
            <p:cNvSpPr/>
            <p:nvPr/>
          </p:nvSpPr>
          <p:spPr>
            <a:xfrm>
              <a:off x="11" y="1704331"/>
              <a:ext cx="61063" cy="52862"/>
            </a:xfrm>
            <a:custGeom>
              <a:avLst/>
              <a:gdLst/>
              <a:ahLst/>
              <a:cxnLst/>
              <a:rect l="l" t="t" r="r" b="b"/>
              <a:pathLst>
                <a:path w="1906" h="1650" extrusionOk="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70" name="Google Shape;970;p29"/>
            <p:cNvSpPr/>
            <p:nvPr/>
          </p:nvSpPr>
          <p:spPr>
            <a:xfrm>
              <a:off x="268870" y="1704331"/>
              <a:ext cx="59141" cy="50811"/>
            </a:xfrm>
            <a:custGeom>
              <a:avLst/>
              <a:gdLst/>
              <a:ahLst/>
              <a:cxnLst/>
              <a:rect l="l" t="t" r="r" b="b"/>
              <a:pathLst>
                <a:path w="1846" h="1586" extrusionOk="0">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71" name="Google Shape;971;p29"/>
            <p:cNvSpPr/>
            <p:nvPr/>
          </p:nvSpPr>
          <p:spPr>
            <a:xfrm>
              <a:off x="536287" y="1704331"/>
              <a:ext cx="59141" cy="50811"/>
            </a:xfrm>
            <a:custGeom>
              <a:avLst/>
              <a:gdLst/>
              <a:ahLst/>
              <a:cxnLst/>
              <a:rect l="l" t="t" r="r" b="b"/>
              <a:pathLst>
                <a:path w="1846" h="1586" extrusionOk="0">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72" name="Google Shape;972;p29"/>
            <p:cNvSpPr/>
            <p:nvPr/>
          </p:nvSpPr>
          <p:spPr>
            <a:xfrm>
              <a:off x="803223" y="1704331"/>
              <a:ext cx="59141" cy="50811"/>
            </a:xfrm>
            <a:custGeom>
              <a:avLst/>
              <a:gdLst/>
              <a:ahLst/>
              <a:cxnLst/>
              <a:rect l="l" t="t" r="r" b="b"/>
              <a:pathLst>
                <a:path w="1846" h="1586" extrusionOk="0">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sp>
          <p:nvSpPr>
            <p:cNvPr id="973" name="Google Shape;973;p29"/>
            <p:cNvSpPr/>
            <p:nvPr/>
          </p:nvSpPr>
          <p:spPr>
            <a:xfrm>
              <a:off x="1070160" y="1704331"/>
              <a:ext cx="59622" cy="50811"/>
            </a:xfrm>
            <a:custGeom>
              <a:avLst/>
              <a:gdLst/>
              <a:ahLst/>
              <a:cxnLst/>
              <a:rect l="l" t="t" r="r" b="b"/>
              <a:pathLst>
                <a:path w="1861" h="1586" extrusionOk="0">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07850"/>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1pPr>
            <a:lvl2pPr lvl="1"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2pPr>
            <a:lvl3pPr lvl="2"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3pPr>
            <a:lvl4pPr lvl="3"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4pPr>
            <a:lvl5pPr lvl="4"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5pPr>
            <a:lvl6pPr lvl="5"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6pPr>
            <a:lvl7pPr lvl="6"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7pPr>
            <a:lvl8pPr lvl="7"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8pPr>
            <a:lvl9pPr lvl="8" rtl="0">
              <a:spcBef>
                <a:spcPts val="0"/>
              </a:spcBef>
              <a:spcAft>
                <a:spcPts val="0"/>
              </a:spcAft>
              <a:buClr>
                <a:schemeClr val="accent2"/>
              </a:buClr>
              <a:buSzPts val="2800"/>
              <a:buFont typeface="Paytone One"/>
              <a:buNone/>
              <a:defRPr sz="2800">
                <a:solidFill>
                  <a:schemeClr val="accent2"/>
                </a:solidFill>
                <a:latin typeface="Paytone One"/>
                <a:ea typeface="Paytone One"/>
                <a:cs typeface="Paytone One"/>
                <a:sym typeface="Paytone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2"/>
              </a:buClr>
              <a:buSzPts val="1800"/>
              <a:buFont typeface="Questrial"/>
              <a:buChar char="●"/>
              <a:defRPr sz="1800">
                <a:solidFill>
                  <a:schemeClr val="accent2"/>
                </a:solidFill>
                <a:latin typeface="Questrial"/>
                <a:ea typeface="Questrial"/>
                <a:cs typeface="Questrial"/>
                <a:sym typeface="Questrial"/>
              </a:defRPr>
            </a:lvl1pPr>
            <a:lvl2pPr marL="914400" lvl="1" indent="-317500">
              <a:lnSpc>
                <a:spcPct val="100000"/>
              </a:lnSpc>
              <a:spcBef>
                <a:spcPts val="1600"/>
              </a:spcBef>
              <a:spcAft>
                <a:spcPts val="0"/>
              </a:spcAft>
              <a:buClr>
                <a:schemeClr val="accent2"/>
              </a:buClr>
              <a:buSzPts val="1400"/>
              <a:buFont typeface="Questrial"/>
              <a:buChar char="○"/>
              <a:defRPr>
                <a:solidFill>
                  <a:schemeClr val="accent2"/>
                </a:solidFill>
                <a:latin typeface="Questrial"/>
                <a:ea typeface="Questrial"/>
                <a:cs typeface="Questrial"/>
                <a:sym typeface="Questrial"/>
              </a:defRPr>
            </a:lvl2pPr>
            <a:lvl3pPr marL="1371600" lvl="2" indent="-317500">
              <a:lnSpc>
                <a:spcPct val="100000"/>
              </a:lnSpc>
              <a:spcBef>
                <a:spcPts val="1600"/>
              </a:spcBef>
              <a:spcAft>
                <a:spcPts val="0"/>
              </a:spcAft>
              <a:buClr>
                <a:schemeClr val="accent2"/>
              </a:buClr>
              <a:buSzPts val="1400"/>
              <a:buFont typeface="Questrial"/>
              <a:buChar char="■"/>
              <a:defRPr>
                <a:solidFill>
                  <a:schemeClr val="accent2"/>
                </a:solidFill>
                <a:latin typeface="Questrial"/>
                <a:ea typeface="Questrial"/>
                <a:cs typeface="Questrial"/>
                <a:sym typeface="Questrial"/>
              </a:defRPr>
            </a:lvl3pPr>
            <a:lvl4pPr marL="1828800" lvl="3" indent="-317500">
              <a:lnSpc>
                <a:spcPct val="100000"/>
              </a:lnSpc>
              <a:spcBef>
                <a:spcPts val="1600"/>
              </a:spcBef>
              <a:spcAft>
                <a:spcPts val="0"/>
              </a:spcAft>
              <a:buClr>
                <a:schemeClr val="accent2"/>
              </a:buClr>
              <a:buSzPts val="1400"/>
              <a:buFont typeface="Questrial"/>
              <a:buChar char="●"/>
              <a:defRPr>
                <a:solidFill>
                  <a:schemeClr val="accent2"/>
                </a:solidFill>
                <a:latin typeface="Questrial"/>
                <a:ea typeface="Questrial"/>
                <a:cs typeface="Questrial"/>
                <a:sym typeface="Questrial"/>
              </a:defRPr>
            </a:lvl4pPr>
            <a:lvl5pPr marL="2286000" lvl="4" indent="-317500">
              <a:lnSpc>
                <a:spcPct val="100000"/>
              </a:lnSpc>
              <a:spcBef>
                <a:spcPts val="1600"/>
              </a:spcBef>
              <a:spcAft>
                <a:spcPts val="0"/>
              </a:spcAft>
              <a:buClr>
                <a:schemeClr val="accent2"/>
              </a:buClr>
              <a:buSzPts val="1400"/>
              <a:buFont typeface="Questrial"/>
              <a:buChar char="○"/>
              <a:defRPr>
                <a:solidFill>
                  <a:schemeClr val="accent2"/>
                </a:solidFill>
                <a:latin typeface="Questrial"/>
                <a:ea typeface="Questrial"/>
                <a:cs typeface="Questrial"/>
                <a:sym typeface="Questrial"/>
              </a:defRPr>
            </a:lvl5pPr>
            <a:lvl6pPr marL="2743200" lvl="5" indent="-317500">
              <a:lnSpc>
                <a:spcPct val="100000"/>
              </a:lnSpc>
              <a:spcBef>
                <a:spcPts val="1600"/>
              </a:spcBef>
              <a:spcAft>
                <a:spcPts val="0"/>
              </a:spcAft>
              <a:buClr>
                <a:schemeClr val="accent2"/>
              </a:buClr>
              <a:buSzPts val="1400"/>
              <a:buFont typeface="Questrial"/>
              <a:buChar char="■"/>
              <a:defRPr>
                <a:solidFill>
                  <a:schemeClr val="accent2"/>
                </a:solidFill>
                <a:latin typeface="Questrial"/>
                <a:ea typeface="Questrial"/>
                <a:cs typeface="Questrial"/>
                <a:sym typeface="Questrial"/>
              </a:defRPr>
            </a:lvl6pPr>
            <a:lvl7pPr marL="3200400" lvl="6" indent="-317500">
              <a:lnSpc>
                <a:spcPct val="100000"/>
              </a:lnSpc>
              <a:spcBef>
                <a:spcPts val="1600"/>
              </a:spcBef>
              <a:spcAft>
                <a:spcPts val="0"/>
              </a:spcAft>
              <a:buClr>
                <a:schemeClr val="accent2"/>
              </a:buClr>
              <a:buSzPts val="1400"/>
              <a:buFont typeface="Questrial"/>
              <a:buChar char="●"/>
              <a:defRPr>
                <a:solidFill>
                  <a:schemeClr val="accent2"/>
                </a:solidFill>
                <a:latin typeface="Questrial"/>
                <a:ea typeface="Questrial"/>
                <a:cs typeface="Questrial"/>
                <a:sym typeface="Questrial"/>
              </a:defRPr>
            </a:lvl7pPr>
            <a:lvl8pPr marL="3657600" lvl="7" indent="-317500">
              <a:lnSpc>
                <a:spcPct val="100000"/>
              </a:lnSpc>
              <a:spcBef>
                <a:spcPts val="1600"/>
              </a:spcBef>
              <a:spcAft>
                <a:spcPts val="0"/>
              </a:spcAft>
              <a:buClr>
                <a:schemeClr val="accent2"/>
              </a:buClr>
              <a:buSzPts val="1400"/>
              <a:buFont typeface="Questrial"/>
              <a:buChar char="○"/>
              <a:defRPr>
                <a:solidFill>
                  <a:schemeClr val="accent2"/>
                </a:solidFill>
                <a:latin typeface="Questrial"/>
                <a:ea typeface="Questrial"/>
                <a:cs typeface="Questrial"/>
                <a:sym typeface="Questrial"/>
              </a:defRPr>
            </a:lvl8pPr>
            <a:lvl9pPr marL="4114800" lvl="8" indent="-317500">
              <a:lnSpc>
                <a:spcPct val="100000"/>
              </a:lnSpc>
              <a:spcBef>
                <a:spcPts val="1600"/>
              </a:spcBef>
              <a:spcAft>
                <a:spcPts val="1600"/>
              </a:spcAft>
              <a:buClr>
                <a:schemeClr val="accent2"/>
              </a:buClr>
              <a:buSzPts val="1400"/>
              <a:buFont typeface="Questrial"/>
              <a:buChar char="■"/>
              <a:defRPr>
                <a:solidFill>
                  <a:schemeClr val="accent2"/>
                </a:solidFill>
                <a:latin typeface="Questrial"/>
                <a:ea typeface="Questrial"/>
                <a:cs typeface="Questrial"/>
                <a:sym typeface="Quest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8" r:id="rId6"/>
    <p:sldLayoutId id="2147483659" r:id="rId7"/>
    <p:sldLayoutId id="2147483663" r:id="rId8"/>
    <p:sldLayoutId id="2147483666" r:id="rId9"/>
    <p:sldLayoutId id="2147483668" r:id="rId10"/>
    <p:sldLayoutId id="2147483672" r:id="rId11"/>
    <p:sldLayoutId id="2147483674" r:id="rId12"/>
    <p:sldLayoutId id="2147483675"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hyperlink" Target="http://strawberryweek.jp/" TargetMode="Externa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7.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32"/>
          <p:cNvSpPr txBox="1">
            <a:spLocks noGrp="1"/>
          </p:cNvSpPr>
          <p:nvPr>
            <p:ph type="ctrTitle"/>
          </p:nvPr>
        </p:nvSpPr>
        <p:spPr>
          <a:xfrm>
            <a:off x="711900" y="1458097"/>
            <a:ext cx="6196200" cy="111365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ja-JP" altLang="en-US" sz="3200" b="1">
                <a:latin typeface="Tsukushi A Round Gothic Bold" panose="02020400000000000000" pitchFamily="18" charset="-128"/>
                <a:ea typeface="Tsukushi A Round Gothic Bold" panose="02020400000000000000" pitchFamily="18" charset="-128"/>
              </a:rPr>
              <a:t>卒業制作　</a:t>
            </a:r>
            <a:r>
              <a:rPr lang="en-US" altLang="ja-JP" sz="3200" b="1" dirty="0">
                <a:latin typeface="Tsukushi A Round Gothic Bold" panose="02020400000000000000" pitchFamily="18" charset="-128"/>
                <a:ea typeface="Tsukushi A Round Gothic Bold" panose="02020400000000000000" pitchFamily="18" charset="-128"/>
              </a:rPr>
              <a:t>Strawberry Week </a:t>
            </a:r>
            <a:br>
              <a:rPr lang="en-US" altLang="ja-JP" sz="3200" b="1" dirty="0">
                <a:latin typeface="Tsukushi A Round Gothic Bold" panose="02020400000000000000" pitchFamily="18" charset="-128"/>
                <a:ea typeface="Tsukushi A Round Gothic Bold" panose="02020400000000000000" pitchFamily="18" charset="-128"/>
              </a:rPr>
            </a:br>
            <a:r>
              <a:rPr lang="ja-JP" altLang="en-US" sz="3200" b="1">
                <a:latin typeface="Tsukushi A Round Gothic Bold" panose="02020400000000000000" pitchFamily="18" charset="-128"/>
                <a:ea typeface="Tsukushi A Round Gothic Bold" panose="02020400000000000000" pitchFamily="18" charset="-128"/>
              </a:rPr>
              <a:t>プレゼンテーション</a:t>
            </a:r>
            <a:endParaRPr sz="3200" b="1" dirty="0">
              <a:latin typeface="Tsukushi A Round Gothic Bold" panose="02020400000000000000" pitchFamily="18" charset="-128"/>
              <a:ea typeface="Tsukushi A Round Gothic Bold" panose="02020400000000000000" pitchFamily="18" charset="-128"/>
            </a:endParaRPr>
          </a:p>
        </p:txBody>
      </p:sp>
      <p:sp>
        <p:nvSpPr>
          <p:cNvPr id="983" name="Google Shape;983;p32"/>
          <p:cNvSpPr txBox="1">
            <a:spLocks noGrp="1"/>
          </p:cNvSpPr>
          <p:nvPr>
            <p:ph type="subTitle" idx="1"/>
          </p:nvPr>
        </p:nvSpPr>
        <p:spPr>
          <a:xfrm>
            <a:off x="3822357" y="3010734"/>
            <a:ext cx="2360140" cy="4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Tsukushi A Round Gothic Regular" panose="02020400000000000000" pitchFamily="18" charset="-128"/>
                <a:ea typeface="Tsukushi A Round Gothic Regular" panose="02020400000000000000" pitchFamily="18" charset="-128"/>
              </a:rPr>
              <a:t>A21DC155</a:t>
            </a:r>
            <a:r>
              <a:rPr lang="ja-JP" altLang="en-US">
                <a:latin typeface="Tsukushi A Round Gothic Regular" panose="02020400000000000000" pitchFamily="18" charset="-128"/>
                <a:ea typeface="Tsukushi A Round Gothic Regular" panose="02020400000000000000" pitchFamily="18" charset="-128"/>
              </a:rPr>
              <a:t>　</a:t>
            </a:r>
            <a:r>
              <a:rPr lang="en-US" dirty="0" err="1">
                <a:latin typeface="Tsukushi A Round Gothic Regular" panose="02020400000000000000" pitchFamily="18" charset="-128"/>
                <a:ea typeface="Tsukushi A Round Gothic Regular" panose="02020400000000000000" pitchFamily="18" charset="-128"/>
              </a:rPr>
              <a:t>林</a:t>
            </a:r>
            <a:r>
              <a:rPr lang="en-US" dirty="0">
                <a:latin typeface="Tsukushi A Round Gothic Regular" panose="02020400000000000000" pitchFamily="18" charset="-128"/>
                <a:ea typeface="Tsukushi A Round Gothic Regular" panose="02020400000000000000" pitchFamily="18" charset="-128"/>
              </a:rPr>
              <a:t> </a:t>
            </a:r>
            <a:r>
              <a:rPr lang="en-US" dirty="0" err="1">
                <a:latin typeface="Tsukushi A Round Gothic Regular" panose="02020400000000000000" pitchFamily="18" charset="-128"/>
                <a:ea typeface="Tsukushi A Round Gothic Regular" panose="02020400000000000000" pitchFamily="18" charset="-128"/>
              </a:rPr>
              <a:t>詩音</a:t>
            </a:r>
            <a:endParaRPr dirty="0">
              <a:latin typeface="Tsukushi A Round Gothic Regular" panose="02020400000000000000" pitchFamily="18" charset="-128"/>
              <a:ea typeface="Tsukushi A Round Gothic Regular" panose="02020400000000000000" pitchFamily="18" charset="-128"/>
            </a:endParaRPr>
          </a:p>
        </p:txBody>
      </p:sp>
    </p:spTree>
    <p:extLst>
      <p:ext uri="{BB962C8B-B14F-4D97-AF65-F5344CB8AC3E}">
        <p14:creationId xmlns:p14="http://schemas.microsoft.com/office/powerpoint/2010/main" val="22814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ja-JP" b="1" dirty="0">
                <a:latin typeface="Tsukushi A Round Gothic Bold" panose="02020400000000000000" pitchFamily="18" charset="-128"/>
                <a:ea typeface="Tsukushi A Round Gothic Bold" panose="02020400000000000000" pitchFamily="18" charset="-128"/>
              </a:rPr>
              <a:t>ATTENTION</a:t>
            </a:r>
            <a:endParaRPr b="1" dirty="0">
              <a:latin typeface="Tsukushi A Round Gothic Bold" panose="02020400000000000000" pitchFamily="18" charset="-128"/>
              <a:ea typeface="Tsukushi A Round Gothic Bold" panose="02020400000000000000" pitchFamily="18" charset="-128"/>
            </a:endParaRPr>
          </a:p>
        </p:txBody>
      </p:sp>
      <p:sp>
        <p:nvSpPr>
          <p:cNvPr id="989" name="Google Shape;989;p33"/>
          <p:cNvSpPr txBox="1">
            <a:spLocks noGrp="1"/>
          </p:cNvSpPr>
          <p:nvPr>
            <p:ph type="body" idx="1"/>
          </p:nvPr>
        </p:nvSpPr>
        <p:spPr>
          <a:xfrm>
            <a:off x="720000" y="1478045"/>
            <a:ext cx="7704000" cy="3007457"/>
          </a:xfrm>
          <a:prstGeom prst="rect">
            <a:avLst/>
          </a:prstGeom>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r>
              <a:rPr lang="ja-JP" altLang="en-US" sz="1400">
                <a:solidFill>
                  <a:schemeClr val="tx1"/>
                </a:solidFill>
                <a:latin typeface="Tsukushi A Round Gothic Regular" panose="02020400000000000000" pitchFamily="18" charset="-128"/>
                <a:ea typeface="Tsukushi A Round Gothic Regular" panose="02020400000000000000" pitchFamily="18" charset="-128"/>
              </a:rPr>
              <a:t>女性の生理をテーマにしたサイトを作成</a:t>
            </a:r>
            <a:endParaRPr lang="en-US" altLang="ja-JP" sz="1400" dirty="0">
              <a:solidFill>
                <a:schemeClr val="tx1"/>
              </a:solidFill>
              <a:latin typeface="Tsukushi A Round Gothic Regular" panose="02020400000000000000" pitchFamily="18" charset="-128"/>
              <a:ea typeface="Tsukushi A Round Gothic Regular" panose="02020400000000000000" pitchFamily="18" charset="-128"/>
            </a:endParaRPr>
          </a:p>
          <a:p>
            <a:pPr marL="0" lvl="0" indent="0" algn="ctr" rtl="0">
              <a:lnSpc>
                <a:spcPct val="150000"/>
              </a:lnSpc>
              <a:spcBef>
                <a:spcPts val="0"/>
              </a:spcBef>
              <a:spcAft>
                <a:spcPts val="0"/>
              </a:spcAft>
              <a:buNone/>
            </a:pPr>
            <a:r>
              <a:rPr lang="en-US" sz="1400" dirty="0" err="1">
                <a:solidFill>
                  <a:schemeClr val="tx1"/>
                </a:solidFill>
                <a:latin typeface="Tsukushi A Round Gothic Regular" panose="02020400000000000000" pitchFamily="18" charset="-128"/>
                <a:ea typeface="Tsukushi A Round Gothic Regular" panose="02020400000000000000" pitchFamily="18" charset="-128"/>
              </a:rPr>
              <a:t>生理についてお話しすることがあります</a:t>
            </a:r>
            <a:r>
              <a:rPr lang="en-US" sz="1400" dirty="0">
                <a:solidFill>
                  <a:schemeClr val="tx1"/>
                </a:solidFill>
                <a:latin typeface="Tsukushi A Round Gothic Regular" panose="02020400000000000000" pitchFamily="18" charset="-128"/>
                <a:ea typeface="Tsukushi A Round Gothic Regular" panose="02020400000000000000" pitchFamily="18" charset="-128"/>
              </a:rPr>
              <a:t>。</a:t>
            </a:r>
          </a:p>
          <a:p>
            <a:pPr marL="0" lvl="0" indent="0" algn="ctr" rtl="0">
              <a:lnSpc>
                <a:spcPct val="150000"/>
              </a:lnSpc>
              <a:spcBef>
                <a:spcPts val="0"/>
              </a:spcBef>
              <a:spcAft>
                <a:spcPts val="0"/>
              </a:spcAft>
              <a:buNone/>
            </a:pPr>
            <a:endParaRPr lang="en-US" sz="1400" dirty="0">
              <a:solidFill>
                <a:schemeClr val="tx1"/>
              </a:solidFill>
              <a:latin typeface="Tsukushi A Round Gothic Regular" panose="02020400000000000000" pitchFamily="18" charset="-128"/>
              <a:ea typeface="Tsukushi A Round Gothic Regular" panose="02020400000000000000" pitchFamily="18" charset="-128"/>
            </a:endParaRPr>
          </a:p>
          <a:p>
            <a:pPr marL="0" lvl="0" indent="0" algn="ctr" rtl="0">
              <a:lnSpc>
                <a:spcPct val="150000"/>
              </a:lnSpc>
              <a:spcBef>
                <a:spcPts val="0"/>
              </a:spcBef>
              <a:spcAft>
                <a:spcPts val="0"/>
              </a:spcAft>
              <a:buNone/>
            </a:pPr>
            <a:r>
              <a:rPr lang="en-US" sz="1400" dirty="0" err="1">
                <a:solidFill>
                  <a:schemeClr val="tx1"/>
                </a:solidFill>
                <a:latin typeface="Tsukushi A Round Gothic Regular" panose="02020400000000000000" pitchFamily="18" charset="-128"/>
                <a:ea typeface="Tsukushi A Round Gothic Regular" panose="02020400000000000000" pitchFamily="18" charset="-128"/>
              </a:rPr>
              <a:t>そういったお話が苦手な方、気分が悪くなってしまう方</a:t>
            </a:r>
            <a:endParaRPr lang="en-US" sz="1400" dirty="0">
              <a:solidFill>
                <a:schemeClr val="tx1"/>
              </a:solidFill>
              <a:latin typeface="Tsukushi A Round Gothic Regular" panose="02020400000000000000" pitchFamily="18" charset="-128"/>
              <a:ea typeface="Tsukushi A Round Gothic Regular" panose="02020400000000000000" pitchFamily="18" charset="-128"/>
            </a:endParaRPr>
          </a:p>
          <a:p>
            <a:pPr marL="0" lvl="0" indent="0" algn="ctr" rtl="0">
              <a:lnSpc>
                <a:spcPct val="150000"/>
              </a:lnSpc>
              <a:spcBef>
                <a:spcPts val="0"/>
              </a:spcBef>
              <a:spcAft>
                <a:spcPts val="0"/>
              </a:spcAft>
              <a:buNone/>
            </a:pPr>
            <a:r>
              <a:rPr lang="en-US" sz="1400" dirty="0" err="1">
                <a:solidFill>
                  <a:schemeClr val="tx1"/>
                </a:solidFill>
                <a:latin typeface="Tsukushi A Round Gothic Regular" panose="02020400000000000000" pitchFamily="18" charset="-128"/>
                <a:ea typeface="Tsukushi A Round Gothic Regular" panose="02020400000000000000" pitchFamily="18" charset="-128"/>
              </a:rPr>
              <a:t>発表を聞くのをやめてもらって構いません</a:t>
            </a:r>
            <a:r>
              <a:rPr lang="en-US" sz="1400" dirty="0">
                <a:solidFill>
                  <a:schemeClr val="tx1"/>
                </a:solidFill>
                <a:latin typeface="Tsukushi A Round Gothic Regular" panose="02020400000000000000" pitchFamily="18" charset="-128"/>
                <a:ea typeface="Tsukushi A Round Gothic Regular" panose="02020400000000000000" pitchFamily="18" charset="-128"/>
              </a:rPr>
              <a:t>。</a:t>
            </a:r>
          </a:p>
          <a:p>
            <a:pPr marL="0" lvl="0" indent="0" algn="ctr" rtl="0">
              <a:lnSpc>
                <a:spcPct val="150000"/>
              </a:lnSpc>
              <a:spcBef>
                <a:spcPts val="0"/>
              </a:spcBef>
              <a:spcAft>
                <a:spcPts val="0"/>
              </a:spcAft>
              <a:buNone/>
            </a:pPr>
            <a:endParaRPr lang="en-US" sz="1400" dirty="0">
              <a:solidFill>
                <a:schemeClr val="tx1"/>
              </a:solidFill>
              <a:latin typeface="Tsukushi A Round Gothic Regular" panose="02020400000000000000" pitchFamily="18" charset="-128"/>
              <a:ea typeface="Tsukushi A Round Gothic Regular" panose="02020400000000000000" pitchFamily="18" charset="-128"/>
            </a:endParaRPr>
          </a:p>
          <a:p>
            <a:pPr marL="0" lvl="0" indent="0" algn="ctr" rtl="0">
              <a:lnSpc>
                <a:spcPct val="150000"/>
              </a:lnSpc>
              <a:spcBef>
                <a:spcPts val="0"/>
              </a:spcBef>
              <a:spcAft>
                <a:spcPts val="0"/>
              </a:spcAft>
              <a:buNone/>
            </a:pPr>
            <a:r>
              <a:rPr lang="en-US" sz="1400" dirty="0">
                <a:solidFill>
                  <a:schemeClr val="tx1"/>
                </a:solidFill>
                <a:latin typeface="Tsukushi A Round Gothic Regular" panose="02020400000000000000" pitchFamily="18" charset="-128"/>
                <a:ea typeface="Tsukushi A Round Gothic Regular" panose="02020400000000000000" pitchFamily="18" charset="-128"/>
              </a:rPr>
              <a:t>ご自身の健康を１番に考えて対応してください！</a:t>
            </a:r>
          </a:p>
          <a:p>
            <a:pPr marL="0" lvl="0" indent="0" algn="ctr" rtl="0">
              <a:lnSpc>
                <a:spcPct val="150000"/>
              </a:lnSpc>
              <a:spcBef>
                <a:spcPts val="0"/>
              </a:spcBef>
              <a:spcAft>
                <a:spcPts val="0"/>
              </a:spcAft>
              <a:buNone/>
            </a:pPr>
            <a:endParaRPr lang="en-US" sz="1400" dirty="0">
              <a:solidFill>
                <a:schemeClr val="tx1"/>
              </a:solidFill>
              <a:latin typeface="Tsukushi A Round Gothic Regular" panose="02020400000000000000" pitchFamily="18" charset="-128"/>
              <a:ea typeface="Tsukushi A Round Gothic Regular" panose="02020400000000000000" pitchFamily="18" charset="-128"/>
            </a:endParaRPr>
          </a:p>
          <a:p>
            <a:pPr marL="0" lvl="0" indent="0" algn="ctr" rtl="0">
              <a:lnSpc>
                <a:spcPct val="150000"/>
              </a:lnSpc>
              <a:spcBef>
                <a:spcPts val="0"/>
              </a:spcBef>
              <a:spcAft>
                <a:spcPts val="0"/>
              </a:spcAft>
              <a:buNone/>
            </a:pPr>
            <a:r>
              <a:rPr lang="en-US" sz="1400" dirty="0" err="1">
                <a:solidFill>
                  <a:schemeClr val="tx1"/>
                </a:solidFill>
                <a:latin typeface="Tsukushi A Round Gothic Regular" panose="02020400000000000000" pitchFamily="18" charset="-128"/>
                <a:ea typeface="Tsukushi A Round Gothic Regular" panose="02020400000000000000" pitchFamily="18" charset="-128"/>
              </a:rPr>
              <a:t>ご迷惑おかけいたします</a:t>
            </a:r>
            <a:r>
              <a:rPr lang="en-US" sz="1400" dirty="0">
                <a:solidFill>
                  <a:schemeClr val="tx1"/>
                </a:solidFill>
                <a:latin typeface="Tsukushi A Round Gothic Regular" panose="02020400000000000000" pitchFamily="18" charset="-128"/>
                <a:ea typeface="Tsukushi A Round Gothic Regular" panose="02020400000000000000" pitchFamily="18" charset="-128"/>
              </a:rPr>
              <a:t>。</a:t>
            </a:r>
          </a:p>
        </p:txBody>
      </p:sp>
    </p:spTree>
    <p:extLst>
      <p:ext uri="{BB962C8B-B14F-4D97-AF65-F5344CB8AC3E}">
        <p14:creationId xmlns:p14="http://schemas.microsoft.com/office/powerpoint/2010/main" val="290113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pic>
        <p:nvPicPr>
          <p:cNvPr id="29" name="図 28">
            <a:extLst>
              <a:ext uri="{FF2B5EF4-FFF2-40B4-BE49-F238E27FC236}">
                <a16:creationId xmlns:a16="http://schemas.microsoft.com/office/drawing/2014/main" id="{E28FB979-E4F4-73E8-B257-FCB6038738CB}"/>
              </a:ext>
            </a:extLst>
          </p:cNvPr>
          <p:cNvPicPr>
            <a:picLocks noChangeAspect="1"/>
          </p:cNvPicPr>
          <p:nvPr/>
        </p:nvPicPr>
        <p:blipFill>
          <a:blip r:embed="rId3">
            <a:alphaModFix amt="50000"/>
          </a:blip>
          <a:stretch>
            <a:fillRect/>
          </a:stretch>
        </p:blipFill>
        <p:spPr>
          <a:xfrm>
            <a:off x="2842230" y="379801"/>
            <a:ext cx="3459540" cy="3459540"/>
          </a:xfrm>
          <a:prstGeom prst="rect">
            <a:avLst/>
          </a:prstGeom>
        </p:spPr>
      </p:pic>
      <p:sp>
        <p:nvSpPr>
          <p:cNvPr id="31" name="Google Shape;988;p33">
            <a:extLst>
              <a:ext uri="{FF2B5EF4-FFF2-40B4-BE49-F238E27FC236}">
                <a16:creationId xmlns:a16="http://schemas.microsoft.com/office/drawing/2014/main" id="{121992EA-3E59-6618-3942-9DEA1A9AEC89}"/>
              </a:ext>
            </a:extLst>
          </p:cNvPr>
          <p:cNvSpPr txBox="1">
            <a:spLocks noGrp="1"/>
          </p:cNvSpPr>
          <p:nvPr>
            <p:ph type="title"/>
          </p:nvPr>
        </p:nvSpPr>
        <p:spPr>
          <a:xfrm>
            <a:off x="720000" y="419099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ja-JP" altLang="en-US" sz="2000" b="1">
                <a:latin typeface="Tsukushi A Round Gothic Bold" panose="02020400000000000000" pitchFamily="18" charset="-128"/>
                <a:ea typeface="Tsukushi A Round Gothic Bold" panose="02020400000000000000" pitchFamily="18" charset="-128"/>
              </a:rPr>
              <a:t>生理に悩みを抱えている日本人女性１万人のうちの割合は？</a:t>
            </a:r>
            <a:endParaRPr sz="2000" b="1" dirty="0">
              <a:latin typeface="Tsukushi A Round Gothic Bold" panose="02020400000000000000" pitchFamily="18" charset="-128"/>
              <a:ea typeface="Tsukushi A Round Gothic Bold" panose="02020400000000000000" pitchFamily="18" charset="-128"/>
            </a:endParaRPr>
          </a:p>
        </p:txBody>
      </p:sp>
    </p:spTree>
    <p:extLst>
      <p:ext uri="{BB962C8B-B14F-4D97-AF65-F5344CB8AC3E}">
        <p14:creationId xmlns:p14="http://schemas.microsoft.com/office/powerpoint/2010/main" val="623119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pic>
        <p:nvPicPr>
          <p:cNvPr id="29" name="図 28">
            <a:extLst>
              <a:ext uri="{FF2B5EF4-FFF2-40B4-BE49-F238E27FC236}">
                <a16:creationId xmlns:a16="http://schemas.microsoft.com/office/drawing/2014/main" id="{E28FB979-E4F4-73E8-B257-FCB6038738CB}"/>
              </a:ext>
            </a:extLst>
          </p:cNvPr>
          <p:cNvPicPr>
            <a:picLocks noChangeAspect="1"/>
          </p:cNvPicPr>
          <p:nvPr/>
        </p:nvPicPr>
        <p:blipFill>
          <a:blip r:embed="rId3">
            <a:alphaModFix amt="50000"/>
          </a:blip>
          <a:stretch>
            <a:fillRect/>
          </a:stretch>
        </p:blipFill>
        <p:spPr>
          <a:xfrm>
            <a:off x="1607856" y="530653"/>
            <a:ext cx="3459540" cy="3459540"/>
          </a:xfrm>
          <a:prstGeom prst="rect">
            <a:avLst/>
          </a:prstGeom>
        </p:spPr>
      </p:pic>
      <p:sp>
        <p:nvSpPr>
          <p:cNvPr id="31" name="Google Shape;988;p33">
            <a:extLst>
              <a:ext uri="{FF2B5EF4-FFF2-40B4-BE49-F238E27FC236}">
                <a16:creationId xmlns:a16="http://schemas.microsoft.com/office/drawing/2014/main" id="{121992EA-3E59-6618-3942-9DEA1A9AEC89}"/>
              </a:ext>
            </a:extLst>
          </p:cNvPr>
          <p:cNvSpPr txBox="1">
            <a:spLocks noGrp="1"/>
          </p:cNvSpPr>
          <p:nvPr>
            <p:ph type="title"/>
          </p:nvPr>
        </p:nvSpPr>
        <p:spPr>
          <a:xfrm>
            <a:off x="202513" y="4404841"/>
            <a:ext cx="5730227" cy="41807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ja-JP" altLang="en-US" sz="1600" b="1">
                <a:latin typeface="Tsukushi A Round Gothic Bold" panose="02020400000000000000" pitchFamily="18" charset="-128"/>
                <a:ea typeface="Tsukushi A Round Gothic Bold" panose="02020400000000000000" pitchFamily="18" charset="-128"/>
              </a:rPr>
              <a:t>生理に悩みを抱えている日本人女性１万人のうちの割合は？</a:t>
            </a:r>
            <a:endParaRPr sz="1600" b="1" dirty="0">
              <a:latin typeface="Tsukushi A Round Gothic Bold" panose="02020400000000000000" pitchFamily="18" charset="-128"/>
              <a:ea typeface="Tsukushi A Round Gothic Bold" panose="02020400000000000000" pitchFamily="18" charset="-128"/>
            </a:endParaRPr>
          </a:p>
        </p:txBody>
      </p:sp>
      <p:pic>
        <p:nvPicPr>
          <p:cNvPr id="59" name="グラフィックス 58" descr="女の人">
            <a:extLst>
              <a:ext uri="{FF2B5EF4-FFF2-40B4-BE49-F238E27FC236}">
                <a16:creationId xmlns:a16="http://schemas.microsoft.com/office/drawing/2014/main" id="{7DBB6E1B-8246-27E6-4207-0702F27165B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2256" y="889511"/>
            <a:ext cx="540000" cy="540000"/>
          </a:xfrm>
          <a:prstGeom prst="rect">
            <a:avLst/>
          </a:prstGeom>
        </p:spPr>
      </p:pic>
      <p:pic>
        <p:nvPicPr>
          <p:cNvPr id="60" name="グラフィックス 59" descr="女の人">
            <a:extLst>
              <a:ext uri="{FF2B5EF4-FFF2-40B4-BE49-F238E27FC236}">
                <a16:creationId xmlns:a16="http://schemas.microsoft.com/office/drawing/2014/main" id="{E5E2D0AF-2B34-03B7-2A12-AC1B6BAC2B7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2256" y="889511"/>
            <a:ext cx="540000" cy="540000"/>
          </a:xfrm>
          <a:prstGeom prst="rect">
            <a:avLst/>
          </a:prstGeom>
        </p:spPr>
      </p:pic>
      <p:pic>
        <p:nvPicPr>
          <p:cNvPr id="61" name="グラフィックス 60" descr="女の人">
            <a:extLst>
              <a:ext uri="{FF2B5EF4-FFF2-40B4-BE49-F238E27FC236}">
                <a16:creationId xmlns:a16="http://schemas.microsoft.com/office/drawing/2014/main" id="{5334201C-66E3-B264-884C-E6E8ADFC5D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52256" y="889511"/>
            <a:ext cx="540000" cy="540000"/>
          </a:xfrm>
          <a:prstGeom prst="rect">
            <a:avLst/>
          </a:prstGeom>
        </p:spPr>
      </p:pic>
      <p:pic>
        <p:nvPicPr>
          <p:cNvPr id="62" name="グラフィックス 61" descr="女の人">
            <a:extLst>
              <a:ext uri="{FF2B5EF4-FFF2-40B4-BE49-F238E27FC236}">
                <a16:creationId xmlns:a16="http://schemas.microsoft.com/office/drawing/2014/main" id="{7FA53E9E-7669-0F00-B5B2-2769E028600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27626" y="889511"/>
            <a:ext cx="540000" cy="540000"/>
          </a:xfrm>
          <a:prstGeom prst="rect">
            <a:avLst/>
          </a:prstGeom>
        </p:spPr>
      </p:pic>
      <p:pic>
        <p:nvPicPr>
          <p:cNvPr id="63" name="グラフィックス 62" descr="女の人">
            <a:extLst>
              <a:ext uri="{FF2B5EF4-FFF2-40B4-BE49-F238E27FC236}">
                <a16:creationId xmlns:a16="http://schemas.microsoft.com/office/drawing/2014/main" id="{A565382A-9797-ECF0-F9D0-E2CD358B9B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2996" y="889511"/>
            <a:ext cx="540000" cy="540000"/>
          </a:xfrm>
          <a:prstGeom prst="rect">
            <a:avLst/>
          </a:prstGeom>
        </p:spPr>
      </p:pic>
      <p:pic>
        <p:nvPicPr>
          <p:cNvPr id="960" name="グラフィックス 959" descr="女の人">
            <a:extLst>
              <a:ext uri="{FF2B5EF4-FFF2-40B4-BE49-F238E27FC236}">
                <a16:creationId xmlns:a16="http://schemas.microsoft.com/office/drawing/2014/main" id="{5A9DC4BF-18BC-3832-3135-29A44FDDBF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2996" y="889511"/>
            <a:ext cx="540000" cy="540000"/>
          </a:xfrm>
          <a:prstGeom prst="rect">
            <a:avLst/>
          </a:prstGeom>
        </p:spPr>
      </p:pic>
      <p:pic>
        <p:nvPicPr>
          <p:cNvPr id="961" name="グラフィックス 960" descr="女の人">
            <a:extLst>
              <a:ext uri="{FF2B5EF4-FFF2-40B4-BE49-F238E27FC236}">
                <a16:creationId xmlns:a16="http://schemas.microsoft.com/office/drawing/2014/main" id="{A2E66268-428E-BDDA-1240-91CED2EEA8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2996" y="889511"/>
            <a:ext cx="540000" cy="540000"/>
          </a:xfrm>
          <a:prstGeom prst="rect">
            <a:avLst/>
          </a:prstGeom>
        </p:spPr>
      </p:pic>
      <p:pic>
        <p:nvPicPr>
          <p:cNvPr id="962" name="グラフィックス 961" descr="女の人">
            <a:extLst>
              <a:ext uri="{FF2B5EF4-FFF2-40B4-BE49-F238E27FC236}">
                <a16:creationId xmlns:a16="http://schemas.microsoft.com/office/drawing/2014/main" id="{A5068E17-D461-5B52-F04A-C3F8781EEE9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12996" y="889511"/>
            <a:ext cx="540000" cy="540000"/>
          </a:xfrm>
          <a:prstGeom prst="rect">
            <a:avLst/>
          </a:prstGeom>
        </p:spPr>
      </p:pic>
      <p:pic>
        <p:nvPicPr>
          <p:cNvPr id="963" name="グラフィックス 962" descr="女の人">
            <a:extLst>
              <a:ext uri="{FF2B5EF4-FFF2-40B4-BE49-F238E27FC236}">
                <a16:creationId xmlns:a16="http://schemas.microsoft.com/office/drawing/2014/main" id="{B33A5FF6-42AB-074B-B866-A651E04F1B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88366" y="889511"/>
            <a:ext cx="540000" cy="540000"/>
          </a:xfrm>
          <a:prstGeom prst="rect">
            <a:avLst/>
          </a:prstGeom>
        </p:spPr>
      </p:pic>
      <p:pic>
        <p:nvPicPr>
          <p:cNvPr id="964" name="グラフィックス 963" descr="女の人">
            <a:extLst>
              <a:ext uri="{FF2B5EF4-FFF2-40B4-BE49-F238E27FC236}">
                <a16:creationId xmlns:a16="http://schemas.microsoft.com/office/drawing/2014/main" id="{C25D7008-11AD-0953-6455-1D597B3675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3736" y="889511"/>
            <a:ext cx="540000" cy="540000"/>
          </a:xfrm>
          <a:prstGeom prst="rect">
            <a:avLst/>
          </a:prstGeom>
        </p:spPr>
      </p:pic>
      <p:pic>
        <p:nvPicPr>
          <p:cNvPr id="975" name="グラフィックス 974" descr="女の人">
            <a:extLst>
              <a:ext uri="{FF2B5EF4-FFF2-40B4-BE49-F238E27FC236}">
                <a16:creationId xmlns:a16="http://schemas.microsoft.com/office/drawing/2014/main" id="{A0D3CAFC-F533-759D-6C23-1771668A41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7626" y="1460138"/>
            <a:ext cx="540000" cy="540000"/>
          </a:xfrm>
          <a:prstGeom prst="rect">
            <a:avLst/>
          </a:prstGeom>
        </p:spPr>
      </p:pic>
      <p:pic>
        <p:nvPicPr>
          <p:cNvPr id="976" name="グラフィックス 975" descr="女の人">
            <a:extLst>
              <a:ext uri="{FF2B5EF4-FFF2-40B4-BE49-F238E27FC236}">
                <a16:creationId xmlns:a16="http://schemas.microsoft.com/office/drawing/2014/main" id="{16ED5DDA-114D-003D-C001-314241C5DB6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7626" y="1460138"/>
            <a:ext cx="540000" cy="540000"/>
          </a:xfrm>
          <a:prstGeom prst="rect">
            <a:avLst/>
          </a:prstGeom>
        </p:spPr>
      </p:pic>
      <p:pic>
        <p:nvPicPr>
          <p:cNvPr id="977" name="グラフィックス 976" descr="女の人">
            <a:extLst>
              <a:ext uri="{FF2B5EF4-FFF2-40B4-BE49-F238E27FC236}">
                <a16:creationId xmlns:a16="http://schemas.microsoft.com/office/drawing/2014/main" id="{951B18CF-C594-F557-BF58-BF8FACADBF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57626" y="1460138"/>
            <a:ext cx="540000" cy="540000"/>
          </a:xfrm>
          <a:prstGeom prst="rect">
            <a:avLst/>
          </a:prstGeom>
        </p:spPr>
      </p:pic>
      <p:pic>
        <p:nvPicPr>
          <p:cNvPr id="978" name="グラフィックス 977" descr="女の人">
            <a:extLst>
              <a:ext uri="{FF2B5EF4-FFF2-40B4-BE49-F238E27FC236}">
                <a16:creationId xmlns:a16="http://schemas.microsoft.com/office/drawing/2014/main" id="{140EFB41-EB11-C52A-2B45-678385A6C0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2996" y="1460138"/>
            <a:ext cx="540000" cy="540000"/>
          </a:xfrm>
          <a:prstGeom prst="rect">
            <a:avLst/>
          </a:prstGeom>
        </p:spPr>
      </p:pic>
      <p:pic>
        <p:nvPicPr>
          <p:cNvPr id="979" name="グラフィックス 978" descr="女の人">
            <a:extLst>
              <a:ext uri="{FF2B5EF4-FFF2-40B4-BE49-F238E27FC236}">
                <a16:creationId xmlns:a16="http://schemas.microsoft.com/office/drawing/2014/main" id="{409F10CD-91CC-BFC3-6255-9F678838ED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8366" y="1460138"/>
            <a:ext cx="540000" cy="540000"/>
          </a:xfrm>
          <a:prstGeom prst="rect">
            <a:avLst/>
          </a:prstGeom>
        </p:spPr>
      </p:pic>
      <p:pic>
        <p:nvPicPr>
          <p:cNvPr id="980" name="グラフィックス 979" descr="女の人">
            <a:extLst>
              <a:ext uri="{FF2B5EF4-FFF2-40B4-BE49-F238E27FC236}">
                <a16:creationId xmlns:a16="http://schemas.microsoft.com/office/drawing/2014/main" id="{DDDA6CB6-1D3B-7DCD-436C-68263B9F1B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8366" y="1460138"/>
            <a:ext cx="540000" cy="540000"/>
          </a:xfrm>
          <a:prstGeom prst="rect">
            <a:avLst/>
          </a:prstGeom>
        </p:spPr>
      </p:pic>
      <p:pic>
        <p:nvPicPr>
          <p:cNvPr id="981" name="グラフィックス 980" descr="女の人">
            <a:extLst>
              <a:ext uri="{FF2B5EF4-FFF2-40B4-BE49-F238E27FC236}">
                <a16:creationId xmlns:a16="http://schemas.microsoft.com/office/drawing/2014/main" id="{F15E5354-725A-45B2-63AB-E5AA1FA212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8366" y="1460138"/>
            <a:ext cx="540000" cy="540000"/>
          </a:xfrm>
          <a:prstGeom prst="rect">
            <a:avLst/>
          </a:prstGeom>
        </p:spPr>
      </p:pic>
      <p:pic>
        <p:nvPicPr>
          <p:cNvPr id="982" name="グラフィックス 981" descr="女の人">
            <a:extLst>
              <a:ext uri="{FF2B5EF4-FFF2-40B4-BE49-F238E27FC236}">
                <a16:creationId xmlns:a16="http://schemas.microsoft.com/office/drawing/2014/main" id="{8EFCCBC0-FDC6-998F-D2C6-BCDA58B6D0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18366" y="1460138"/>
            <a:ext cx="540000" cy="540000"/>
          </a:xfrm>
          <a:prstGeom prst="rect">
            <a:avLst/>
          </a:prstGeom>
        </p:spPr>
      </p:pic>
      <p:pic>
        <p:nvPicPr>
          <p:cNvPr id="983" name="グラフィックス 982" descr="女の人">
            <a:extLst>
              <a:ext uri="{FF2B5EF4-FFF2-40B4-BE49-F238E27FC236}">
                <a16:creationId xmlns:a16="http://schemas.microsoft.com/office/drawing/2014/main" id="{F5F3A83B-F1D5-E5CB-7A57-0FED661F54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3736" y="1460138"/>
            <a:ext cx="540000" cy="540000"/>
          </a:xfrm>
          <a:prstGeom prst="rect">
            <a:avLst/>
          </a:prstGeom>
        </p:spPr>
      </p:pic>
      <p:pic>
        <p:nvPicPr>
          <p:cNvPr id="984" name="グラフィックス 983" descr="女の人">
            <a:extLst>
              <a:ext uri="{FF2B5EF4-FFF2-40B4-BE49-F238E27FC236}">
                <a16:creationId xmlns:a16="http://schemas.microsoft.com/office/drawing/2014/main" id="{CCC05368-ACB8-80A1-B3AF-09A80EBC96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9106" y="1460138"/>
            <a:ext cx="540000" cy="540000"/>
          </a:xfrm>
          <a:prstGeom prst="rect">
            <a:avLst/>
          </a:prstGeom>
        </p:spPr>
      </p:pic>
      <p:pic>
        <p:nvPicPr>
          <p:cNvPr id="1012" name="グラフィックス 1011" descr="女の人">
            <a:extLst>
              <a:ext uri="{FF2B5EF4-FFF2-40B4-BE49-F238E27FC236}">
                <a16:creationId xmlns:a16="http://schemas.microsoft.com/office/drawing/2014/main" id="{AC55E644-3FEF-3012-998B-44BA1B742A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7626" y="2030765"/>
            <a:ext cx="540000" cy="540000"/>
          </a:xfrm>
          <a:prstGeom prst="rect">
            <a:avLst/>
          </a:prstGeom>
        </p:spPr>
      </p:pic>
      <p:pic>
        <p:nvPicPr>
          <p:cNvPr id="1013" name="グラフィックス 1012" descr="女の人">
            <a:extLst>
              <a:ext uri="{FF2B5EF4-FFF2-40B4-BE49-F238E27FC236}">
                <a16:creationId xmlns:a16="http://schemas.microsoft.com/office/drawing/2014/main" id="{AD02531D-D383-8804-AF76-FC822216F0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7626" y="2030765"/>
            <a:ext cx="540000" cy="540000"/>
          </a:xfrm>
          <a:prstGeom prst="rect">
            <a:avLst/>
          </a:prstGeom>
        </p:spPr>
      </p:pic>
      <p:pic>
        <p:nvPicPr>
          <p:cNvPr id="1014" name="グラフィックス 1013" descr="女の人">
            <a:extLst>
              <a:ext uri="{FF2B5EF4-FFF2-40B4-BE49-F238E27FC236}">
                <a16:creationId xmlns:a16="http://schemas.microsoft.com/office/drawing/2014/main" id="{4EE61146-4E5E-2085-E22D-F3825246F1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57626" y="2030765"/>
            <a:ext cx="540000" cy="540000"/>
          </a:xfrm>
          <a:prstGeom prst="rect">
            <a:avLst/>
          </a:prstGeom>
        </p:spPr>
      </p:pic>
      <p:pic>
        <p:nvPicPr>
          <p:cNvPr id="1015" name="グラフィックス 1014" descr="女の人">
            <a:extLst>
              <a:ext uri="{FF2B5EF4-FFF2-40B4-BE49-F238E27FC236}">
                <a16:creationId xmlns:a16="http://schemas.microsoft.com/office/drawing/2014/main" id="{B007AAD1-F548-B37C-A78C-57515650C9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2996" y="2030765"/>
            <a:ext cx="540000" cy="540000"/>
          </a:xfrm>
          <a:prstGeom prst="rect">
            <a:avLst/>
          </a:prstGeom>
        </p:spPr>
      </p:pic>
      <p:pic>
        <p:nvPicPr>
          <p:cNvPr id="1016" name="グラフィックス 1015" descr="女の人">
            <a:extLst>
              <a:ext uri="{FF2B5EF4-FFF2-40B4-BE49-F238E27FC236}">
                <a16:creationId xmlns:a16="http://schemas.microsoft.com/office/drawing/2014/main" id="{D5E1E041-3458-0D0E-DF86-534473CAE9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8366" y="2030765"/>
            <a:ext cx="540000" cy="540000"/>
          </a:xfrm>
          <a:prstGeom prst="rect">
            <a:avLst/>
          </a:prstGeom>
        </p:spPr>
      </p:pic>
      <p:pic>
        <p:nvPicPr>
          <p:cNvPr id="1017" name="グラフィックス 1016" descr="女の人">
            <a:extLst>
              <a:ext uri="{FF2B5EF4-FFF2-40B4-BE49-F238E27FC236}">
                <a16:creationId xmlns:a16="http://schemas.microsoft.com/office/drawing/2014/main" id="{9456B5DF-E678-4C41-1CDF-85E6BEDDDC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8366" y="2030765"/>
            <a:ext cx="540000" cy="540000"/>
          </a:xfrm>
          <a:prstGeom prst="rect">
            <a:avLst/>
          </a:prstGeom>
        </p:spPr>
      </p:pic>
      <p:pic>
        <p:nvPicPr>
          <p:cNvPr id="1018" name="グラフィックス 1017" descr="女の人">
            <a:extLst>
              <a:ext uri="{FF2B5EF4-FFF2-40B4-BE49-F238E27FC236}">
                <a16:creationId xmlns:a16="http://schemas.microsoft.com/office/drawing/2014/main" id="{C900B702-7AA2-6FC1-2AAF-36265BAC10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8366" y="2030765"/>
            <a:ext cx="540000" cy="540000"/>
          </a:xfrm>
          <a:prstGeom prst="rect">
            <a:avLst/>
          </a:prstGeom>
        </p:spPr>
      </p:pic>
      <p:pic>
        <p:nvPicPr>
          <p:cNvPr id="1019" name="グラフィックス 1018" descr="女の人">
            <a:extLst>
              <a:ext uri="{FF2B5EF4-FFF2-40B4-BE49-F238E27FC236}">
                <a16:creationId xmlns:a16="http://schemas.microsoft.com/office/drawing/2014/main" id="{8B9D64E7-AE13-FC46-C0F4-73B292FC31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18366" y="2030765"/>
            <a:ext cx="540000" cy="540000"/>
          </a:xfrm>
          <a:prstGeom prst="rect">
            <a:avLst/>
          </a:prstGeom>
        </p:spPr>
      </p:pic>
      <p:pic>
        <p:nvPicPr>
          <p:cNvPr id="1020" name="グラフィックス 1019" descr="女の人">
            <a:extLst>
              <a:ext uri="{FF2B5EF4-FFF2-40B4-BE49-F238E27FC236}">
                <a16:creationId xmlns:a16="http://schemas.microsoft.com/office/drawing/2014/main" id="{1A1DEE5D-4F5D-A1E4-6B61-613E5F83D9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3736" y="2030765"/>
            <a:ext cx="540000" cy="540000"/>
          </a:xfrm>
          <a:prstGeom prst="rect">
            <a:avLst/>
          </a:prstGeom>
        </p:spPr>
      </p:pic>
      <p:pic>
        <p:nvPicPr>
          <p:cNvPr id="1021" name="グラフィックス 1020" descr="女の人">
            <a:extLst>
              <a:ext uri="{FF2B5EF4-FFF2-40B4-BE49-F238E27FC236}">
                <a16:creationId xmlns:a16="http://schemas.microsoft.com/office/drawing/2014/main" id="{8710A353-EF4C-44B8-D66C-53DACD22CE8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9106" y="2030765"/>
            <a:ext cx="540000" cy="540000"/>
          </a:xfrm>
          <a:prstGeom prst="rect">
            <a:avLst/>
          </a:prstGeom>
        </p:spPr>
      </p:pic>
      <p:pic>
        <p:nvPicPr>
          <p:cNvPr id="1022" name="グラフィックス 1021" descr="女の人">
            <a:extLst>
              <a:ext uri="{FF2B5EF4-FFF2-40B4-BE49-F238E27FC236}">
                <a16:creationId xmlns:a16="http://schemas.microsoft.com/office/drawing/2014/main" id="{DE9D7DA1-64BF-0306-9983-96350E7C9B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7626" y="2601392"/>
            <a:ext cx="540000" cy="540000"/>
          </a:xfrm>
          <a:prstGeom prst="rect">
            <a:avLst/>
          </a:prstGeom>
        </p:spPr>
      </p:pic>
      <p:pic>
        <p:nvPicPr>
          <p:cNvPr id="1023" name="グラフィックス 1022" descr="女の人">
            <a:extLst>
              <a:ext uri="{FF2B5EF4-FFF2-40B4-BE49-F238E27FC236}">
                <a16:creationId xmlns:a16="http://schemas.microsoft.com/office/drawing/2014/main" id="{3E9A82A9-BEB4-466D-5D77-2BC4BA5074F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7626" y="2601392"/>
            <a:ext cx="540000" cy="540000"/>
          </a:xfrm>
          <a:prstGeom prst="rect">
            <a:avLst/>
          </a:prstGeom>
        </p:spPr>
      </p:pic>
      <p:pic>
        <p:nvPicPr>
          <p:cNvPr id="1024" name="グラフィックス 1023" descr="女の人">
            <a:extLst>
              <a:ext uri="{FF2B5EF4-FFF2-40B4-BE49-F238E27FC236}">
                <a16:creationId xmlns:a16="http://schemas.microsoft.com/office/drawing/2014/main" id="{59EC5532-40BE-901F-881F-3431048420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57626" y="2601392"/>
            <a:ext cx="540000" cy="540000"/>
          </a:xfrm>
          <a:prstGeom prst="rect">
            <a:avLst/>
          </a:prstGeom>
        </p:spPr>
      </p:pic>
      <p:pic>
        <p:nvPicPr>
          <p:cNvPr id="1025" name="グラフィックス 1024" descr="女の人">
            <a:extLst>
              <a:ext uri="{FF2B5EF4-FFF2-40B4-BE49-F238E27FC236}">
                <a16:creationId xmlns:a16="http://schemas.microsoft.com/office/drawing/2014/main" id="{05501D35-1D79-C11A-6C78-589E0257F8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2996" y="2601392"/>
            <a:ext cx="540000" cy="540000"/>
          </a:xfrm>
          <a:prstGeom prst="rect">
            <a:avLst/>
          </a:prstGeom>
        </p:spPr>
      </p:pic>
      <p:pic>
        <p:nvPicPr>
          <p:cNvPr id="1026" name="グラフィックス 1025" descr="女の人">
            <a:extLst>
              <a:ext uri="{FF2B5EF4-FFF2-40B4-BE49-F238E27FC236}">
                <a16:creationId xmlns:a16="http://schemas.microsoft.com/office/drawing/2014/main" id="{439ED644-D4B7-0008-B7D3-6BD4C9D373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8366" y="2601392"/>
            <a:ext cx="540000" cy="540000"/>
          </a:xfrm>
          <a:prstGeom prst="rect">
            <a:avLst/>
          </a:prstGeom>
        </p:spPr>
      </p:pic>
      <p:pic>
        <p:nvPicPr>
          <p:cNvPr id="1027" name="グラフィックス 1026" descr="女の人">
            <a:extLst>
              <a:ext uri="{FF2B5EF4-FFF2-40B4-BE49-F238E27FC236}">
                <a16:creationId xmlns:a16="http://schemas.microsoft.com/office/drawing/2014/main" id="{8765C3E5-7445-744D-ADE7-B731C4569F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8366" y="2601392"/>
            <a:ext cx="540000" cy="540000"/>
          </a:xfrm>
          <a:prstGeom prst="rect">
            <a:avLst/>
          </a:prstGeom>
        </p:spPr>
      </p:pic>
      <p:pic>
        <p:nvPicPr>
          <p:cNvPr id="1028" name="グラフィックス 1027" descr="女の人">
            <a:extLst>
              <a:ext uri="{FF2B5EF4-FFF2-40B4-BE49-F238E27FC236}">
                <a16:creationId xmlns:a16="http://schemas.microsoft.com/office/drawing/2014/main" id="{55C517E0-4666-F2C4-20FE-ED953D5634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8366" y="2601392"/>
            <a:ext cx="540000" cy="540000"/>
          </a:xfrm>
          <a:prstGeom prst="rect">
            <a:avLst/>
          </a:prstGeom>
        </p:spPr>
      </p:pic>
      <p:pic>
        <p:nvPicPr>
          <p:cNvPr id="1029" name="グラフィックス 1028" descr="女の人">
            <a:extLst>
              <a:ext uri="{FF2B5EF4-FFF2-40B4-BE49-F238E27FC236}">
                <a16:creationId xmlns:a16="http://schemas.microsoft.com/office/drawing/2014/main" id="{E77EF8F7-C4E0-BC0F-02C0-25342E5C8B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18366" y="2601392"/>
            <a:ext cx="540000" cy="540000"/>
          </a:xfrm>
          <a:prstGeom prst="rect">
            <a:avLst/>
          </a:prstGeom>
        </p:spPr>
      </p:pic>
      <p:pic>
        <p:nvPicPr>
          <p:cNvPr id="1030" name="グラフィックス 1029" descr="女の人">
            <a:extLst>
              <a:ext uri="{FF2B5EF4-FFF2-40B4-BE49-F238E27FC236}">
                <a16:creationId xmlns:a16="http://schemas.microsoft.com/office/drawing/2014/main" id="{C0E65EB7-3630-BF6B-734B-DFAF166455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3736" y="2601392"/>
            <a:ext cx="540000" cy="540000"/>
          </a:xfrm>
          <a:prstGeom prst="rect">
            <a:avLst/>
          </a:prstGeom>
        </p:spPr>
      </p:pic>
      <p:pic>
        <p:nvPicPr>
          <p:cNvPr id="1031" name="グラフィックス 1030" descr="女の人">
            <a:extLst>
              <a:ext uri="{FF2B5EF4-FFF2-40B4-BE49-F238E27FC236}">
                <a16:creationId xmlns:a16="http://schemas.microsoft.com/office/drawing/2014/main" id="{01282480-2D69-D328-AE15-984F7DBCDC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9106" y="2601392"/>
            <a:ext cx="540000" cy="540000"/>
          </a:xfrm>
          <a:prstGeom prst="rect">
            <a:avLst/>
          </a:prstGeom>
        </p:spPr>
      </p:pic>
      <p:pic>
        <p:nvPicPr>
          <p:cNvPr id="1092" name="グラフィックス 1091" descr="女の人">
            <a:extLst>
              <a:ext uri="{FF2B5EF4-FFF2-40B4-BE49-F238E27FC236}">
                <a16:creationId xmlns:a16="http://schemas.microsoft.com/office/drawing/2014/main" id="{BD97315B-CCAE-1C93-7A66-F0A0160DCE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06886" y="3172019"/>
            <a:ext cx="540000" cy="540000"/>
          </a:xfrm>
          <a:prstGeom prst="rect">
            <a:avLst/>
          </a:prstGeom>
        </p:spPr>
      </p:pic>
      <p:pic>
        <p:nvPicPr>
          <p:cNvPr id="1093" name="グラフィックス 1092" descr="女の人">
            <a:extLst>
              <a:ext uri="{FF2B5EF4-FFF2-40B4-BE49-F238E27FC236}">
                <a16:creationId xmlns:a16="http://schemas.microsoft.com/office/drawing/2014/main" id="{202A2264-A5E1-B7BE-8521-0FA39F306BA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76886" y="3172019"/>
            <a:ext cx="540000" cy="540000"/>
          </a:xfrm>
          <a:prstGeom prst="rect">
            <a:avLst/>
          </a:prstGeom>
        </p:spPr>
      </p:pic>
      <p:pic>
        <p:nvPicPr>
          <p:cNvPr id="1094" name="グラフィックス 1093" descr="女の人">
            <a:extLst>
              <a:ext uri="{FF2B5EF4-FFF2-40B4-BE49-F238E27FC236}">
                <a16:creationId xmlns:a16="http://schemas.microsoft.com/office/drawing/2014/main" id="{35848B2F-48DF-5E35-9305-4FC7637AC6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46886" y="3172019"/>
            <a:ext cx="540000" cy="540000"/>
          </a:xfrm>
          <a:prstGeom prst="rect">
            <a:avLst/>
          </a:prstGeom>
        </p:spPr>
      </p:pic>
      <p:pic>
        <p:nvPicPr>
          <p:cNvPr id="1095" name="グラフィックス 1094" descr="女の人">
            <a:extLst>
              <a:ext uri="{FF2B5EF4-FFF2-40B4-BE49-F238E27FC236}">
                <a16:creationId xmlns:a16="http://schemas.microsoft.com/office/drawing/2014/main" id="{B72E894B-2581-7020-7436-0EE6AE47986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22256" y="3172019"/>
            <a:ext cx="540000" cy="540000"/>
          </a:xfrm>
          <a:prstGeom prst="rect">
            <a:avLst/>
          </a:prstGeom>
        </p:spPr>
      </p:pic>
      <p:pic>
        <p:nvPicPr>
          <p:cNvPr id="1096" name="グラフィックス 1095" descr="女の人">
            <a:extLst>
              <a:ext uri="{FF2B5EF4-FFF2-40B4-BE49-F238E27FC236}">
                <a16:creationId xmlns:a16="http://schemas.microsoft.com/office/drawing/2014/main" id="{AD439279-DF9B-E52C-590C-300C4C195A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7626" y="3172019"/>
            <a:ext cx="540000" cy="540000"/>
          </a:xfrm>
          <a:prstGeom prst="rect">
            <a:avLst/>
          </a:prstGeom>
        </p:spPr>
      </p:pic>
      <p:pic>
        <p:nvPicPr>
          <p:cNvPr id="1097" name="グラフィックス 1096" descr="女の人">
            <a:extLst>
              <a:ext uri="{FF2B5EF4-FFF2-40B4-BE49-F238E27FC236}">
                <a16:creationId xmlns:a16="http://schemas.microsoft.com/office/drawing/2014/main" id="{A63417FF-1A7B-2A86-058C-6CE379701C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7626" y="3172019"/>
            <a:ext cx="540000" cy="540000"/>
          </a:xfrm>
          <a:prstGeom prst="rect">
            <a:avLst/>
          </a:prstGeom>
        </p:spPr>
      </p:pic>
      <p:pic>
        <p:nvPicPr>
          <p:cNvPr id="1098" name="グラフィックス 1097" descr="女の人">
            <a:extLst>
              <a:ext uri="{FF2B5EF4-FFF2-40B4-BE49-F238E27FC236}">
                <a16:creationId xmlns:a16="http://schemas.microsoft.com/office/drawing/2014/main" id="{CDAED415-3D89-BB52-753C-EB7C6D0E8D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37626" y="3172019"/>
            <a:ext cx="540000" cy="540000"/>
          </a:xfrm>
          <a:prstGeom prst="rect">
            <a:avLst/>
          </a:prstGeom>
        </p:spPr>
      </p:pic>
      <p:pic>
        <p:nvPicPr>
          <p:cNvPr id="1099" name="グラフィックス 1098" descr="女の人">
            <a:extLst>
              <a:ext uri="{FF2B5EF4-FFF2-40B4-BE49-F238E27FC236}">
                <a16:creationId xmlns:a16="http://schemas.microsoft.com/office/drawing/2014/main" id="{092530D8-B975-492B-1230-5E829778DE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7626" y="3172019"/>
            <a:ext cx="540000" cy="540000"/>
          </a:xfrm>
          <a:prstGeom prst="rect">
            <a:avLst/>
          </a:prstGeom>
        </p:spPr>
      </p:pic>
      <p:pic>
        <p:nvPicPr>
          <p:cNvPr id="1100" name="グラフィックス 1099" descr="女の人">
            <a:extLst>
              <a:ext uri="{FF2B5EF4-FFF2-40B4-BE49-F238E27FC236}">
                <a16:creationId xmlns:a16="http://schemas.microsoft.com/office/drawing/2014/main" id="{E56F8E59-B88E-5BD3-A0E5-B138E21088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82996" y="3172019"/>
            <a:ext cx="540000" cy="540000"/>
          </a:xfrm>
          <a:prstGeom prst="rect">
            <a:avLst/>
          </a:prstGeom>
        </p:spPr>
      </p:pic>
      <p:pic>
        <p:nvPicPr>
          <p:cNvPr id="1101" name="グラフィックス 1100" descr="女の人">
            <a:extLst>
              <a:ext uri="{FF2B5EF4-FFF2-40B4-BE49-F238E27FC236}">
                <a16:creationId xmlns:a16="http://schemas.microsoft.com/office/drawing/2014/main" id="{FFD46658-348A-422B-8B8C-0331B36477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58366" y="3172019"/>
            <a:ext cx="540000" cy="540000"/>
          </a:xfrm>
          <a:prstGeom prst="rect">
            <a:avLst/>
          </a:prstGeom>
        </p:spPr>
      </p:pic>
      <p:sp>
        <p:nvSpPr>
          <p:cNvPr id="2" name="テキスト ボックス 1">
            <a:extLst>
              <a:ext uri="{FF2B5EF4-FFF2-40B4-BE49-F238E27FC236}">
                <a16:creationId xmlns:a16="http://schemas.microsoft.com/office/drawing/2014/main" id="{C823C581-5E8F-3737-FE74-8AEEA61FD567}"/>
              </a:ext>
            </a:extLst>
          </p:cNvPr>
          <p:cNvSpPr txBox="1"/>
          <p:nvPr/>
        </p:nvSpPr>
        <p:spPr>
          <a:xfrm>
            <a:off x="5337396" y="2309155"/>
            <a:ext cx="2492990" cy="523220"/>
          </a:xfrm>
          <a:prstGeom prst="rect">
            <a:avLst/>
          </a:prstGeom>
          <a:noFill/>
        </p:spPr>
        <p:txBody>
          <a:bodyPr wrap="none" rtlCol="0">
            <a:spAutoFit/>
          </a:bodyPr>
          <a:lstStyle/>
          <a:p>
            <a:r>
              <a:rPr kumimoji="1" lang="ja-JP" altLang="en-US" sz="1600" b="1">
                <a:solidFill>
                  <a:schemeClr val="accent2"/>
                </a:solidFill>
                <a:latin typeface="Tsukushi A Round Gothic Bold" panose="02020400000000000000" pitchFamily="18" charset="-128"/>
                <a:ea typeface="Tsukushi A Round Gothic Bold" panose="02020400000000000000" pitchFamily="18" charset="-128"/>
              </a:rPr>
              <a:t>１万人のうち</a:t>
            </a:r>
            <a:r>
              <a:rPr kumimoji="1" lang="ja-JP" altLang="en-US" sz="2800" b="1">
                <a:solidFill>
                  <a:schemeClr val="accent2"/>
                </a:solidFill>
                <a:latin typeface="Tsukushi A Round Gothic Bold" panose="02020400000000000000" pitchFamily="18" charset="-128"/>
                <a:ea typeface="Tsukushi A Round Gothic Bold" panose="02020400000000000000" pitchFamily="18" charset="-128"/>
              </a:rPr>
              <a:t>８５％</a:t>
            </a:r>
          </a:p>
        </p:txBody>
      </p:sp>
    </p:spTree>
    <p:extLst>
      <p:ext uri="{BB962C8B-B14F-4D97-AF65-F5344CB8AC3E}">
        <p14:creationId xmlns:p14="http://schemas.microsoft.com/office/powerpoint/2010/main" val="3251378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pic>
        <p:nvPicPr>
          <p:cNvPr id="29" name="図 28">
            <a:extLst>
              <a:ext uri="{FF2B5EF4-FFF2-40B4-BE49-F238E27FC236}">
                <a16:creationId xmlns:a16="http://schemas.microsoft.com/office/drawing/2014/main" id="{E28FB979-E4F4-73E8-B257-FCB6038738CB}"/>
              </a:ext>
            </a:extLst>
          </p:cNvPr>
          <p:cNvPicPr>
            <a:picLocks noChangeAspect="1"/>
          </p:cNvPicPr>
          <p:nvPr/>
        </p:nvPicPr>
        <p:blipFill>
          <a:blip r:embed="rId3">
            <a:alphaModFix amt="50000"/>
          </a:blip>
          <a:stretch>
            <a:fillRect/>
          </a:stretch>
        </p:blipFill>
        <p:spPr>
          <a:xfrm>
            <a:off x="1607856" y="530653"/>
            <a:ext cx="3459540" cy="3459540"/>
          </a:xfrm>
          <a:prstGeom prst="rect">
            <a:avLst/>
          </a:prstGeom>
        </p:spPr>
      </p:pic>
      <p:sp>
        <p:nvSpPr>
          <p:cNvPr id="31" name="Google Shape;988;p33">
            <a:extLst>
              <a:ext uri="{FF2B5EF4-FFF2-40B4-BE49-F238E27FC236}">
                <a16:creationId xmlns:a16="http://schemas.microsoft.com/office/drawing/2014/main" id="{121992EA-3E59-6618-3942-9DEA1A9AEC89}"/>
              </a:ext>
            </a:extLst>
          </p:cNvPr>
          <p:cNvSpPr txBox="1">
            <a:spLocks noGrp="1"/>
          </p:cNvSpPr>
          <p:nvPr>
            <p:ph type="title"/>
          </p:nvPr>
        </p:nvSpPr>
        <p:spPr>
          <a:xfrm>
            <a:off x="202513" y="4404841"/>
            <a:ext cx="5730227" cy="41807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ja-JP" altLang="en-US" sz="1600" b="1">
                <a:latin typeface="Tsukushi A Round Gothic Bold" panose="02020400000000000000" pitchFamily="18" charset="-128"/>
                <a:ea typeface="Tsukushi A Round Gothic Bold" panose="02020400000000000000" pitchFamily="18" charset="-128"/>
              </a:rPr>
              <a:t>生理に悩みを抱えている日本人女性１万人のうちの割合は？</a:t>
            </a:r>
            <a:endParaRPr sz="1600" b="1" dirty="0">
              <a:latin typeface="Tsukushi A Round Gothic Bold" panose="02020400000000000000" pitchFamily="18" charset="-128"/>
              <a:ea typeface="Tsukushi A Round Gothic Bold" panose="02020400000000000000" pitchFamily="18" charset="-128"/>
            </a:endParaRPr>
          </a:p>
        </p:txBody>
      </p:sp>
      <p:pic>
        <p:nvPicPr>
          <p:cNvPr id="59" name="グラフィックス 58" descr="女の人">
            <a:extLst>
              <a:ext uri="{FF2B5EF4-FFF2-40B4-BE49-F238E27FC236}">
                <a16:creationId xmlns:a16="http://schemas.microsoft.com/office/drawing/2014/main" id="{7DBB6E1B-8246-27E6-4207-0702F27165B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2256" y="889511"/>
            <a:ext cx="540000" cy="540000"/>
          </a:xfrm>
          <a:prstGeom prst="rect">
            <a:avLst/>
          </a:prstGeom>
        </p:spPr>
      </p:pic>
      <p:pic>
        <p:nvPicPr>
          <p:cNvPr id="60" name="グラフィックス 59" descr="女の人">
            <a:extLst>
              <a:ext uri="{FF2B5EF4-FFF2-40B4-BE49-F238E27FC236}">
                <a16:creationId xmlns:a16="http://schemas.microsoft.com/office/drawing/2014/main" id="{E5E2D0AF-2B34-03B7-2A12-AC1B6BAC2B7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2256" y="889511"/>
            <a:ext cx="540000" cy="540000"/>
          </a:xfrm>
          <a:prstGeom prst="rect">
            <a:avLst/>
          </a:prstGeom>
        </p:spPr>
      </p:pic>
      <p:pic>
        <p:nvPicPr>
          <p:cNvPr id="61" name="グラフィックス 60" descr="女の人">
            <a:extLst>
              <a:ext uri="{FF2B5EF4-FFF2-40B4-BE49-F238E27FC236}">
                <a16:creationId xmlns:a16="http://schemas.microsoft.com/office/drawing/2014/main" id="{5334201C-66E3-B264-884C-E6E8ADFC5D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52256" y="889511"/>
            <a:ext cx="540000" cy="540000"/>
          </a:xfrm>
          <a:prstGeom prst="rect">
            <a:avLst/>
          </a:prstGeom>
        </p:spPr>
      </p:pic>
      <p:pic>
        <p:nvPicPr>
          <p:cNvPr id="62" name="グラフィックス 61" descr="女の人">
            <a:extLst>
              <a:ext uri="{FF2B5EF4-FFF2-40B4-BE49-F238E27FC236}">
                <a16:creationId xmlns:a16="http://schemas.microsoft.com/office/drawing/2014/main" id="{7FA53E9E-7669-0F00-B5B2-2769E028600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27626" y="889511"/>
            <a:ext cx="540000" cy="540000"/>
          </a:xfrm>
          <a:prstGeom prst="rect">
            <a:avLst/>
          </a:prstGeom>
        </p:spPr>
      </p:pic>
      <p:pic>
        <p:nvPicPr>
          <p:cNvPr id="63" name="グラフィックス 62" descr="女の人">
            <a:extLst>
              <a:ext uri="{FF2B5EF4-FFF2-40B4-BE49-F238E27FC236}">
                <a16:creationId xmlns:a16="http://schemas.microsoft.com/office/drawing/2014/main" id="{A565382A-9797-ECF0-F9D0-E2CD358B9B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2996" y="889511"/>
            <a:ext cx="540000" cy="540000"/>
          </a:xfrm>
          <a:prstGeom prst="rect">
            <a:avLst/>
          </a:prstGeom>
        </p:spPr>
      </p:pic>
      <p:pic>
        <p:nvPicPr>
          <p:cNvPr id="960" name="グラフィックス 959" descr="女の人">
            <a:extLst>
              <a:ext uri="{FF2B5EF4-FFF2-40B4-BE49-F238E27FC236}">
                <a16:creationId xmlns:a16="http://schemas.microsoft.com/office/drawing/2014/main" id="{5A9DC4BF-18BC-3832-3135-29A44FDDBF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2996" y="889511"/>
            <a:ext cx="540000" cy="540000"/>
          </a:xfrm>
          <a:prstGeom prst="rect">
            <a:avLst/>
          </a:prstGeom>
        </p:spPr>
      </p:pic>
      <p:pic>
        <p:nvPicPr>
          <p:cNvPr id="961" name="グラフィックス 960" descr="女の人">
            <a:extLst>
              <a:ext uri="{FF2B5EF4-FFF2-40B4-BE49-F238E27FC236}">
                <a16:creationId xmlns:a16="http://schemas.microsoft.com/office/drawing/2014/main" id="{A2E66268-428E-BDDA-1240-91CED2EEA8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2996" y="889511"/>
            <a:ext cx="540000" cy="540000"/>
          </a:xfrm>
          <a:prstGeom prst="rect">
            <a:avLst/>
          </a:prstGeom>
        </p:spPr>
      </p:pic>
      <p:pic>
        <p:nvPicPr>
          <p:cNvPr id="962" name="グラフィックス 961" descr="女の人">
            <a:extLst>
              <a:ext uri="{FF2B5EF4-FFF2-40B4-BE49-F238E27FC236}">
                <a16:creationId xmlns:a16="http://schemas.microsoft.com/office/drawing/2014/main" id="{A5068E17-D461-5B52-F04A-C3F8781EEE9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12996" y="889511"/>
            <a:ext cx="540000" cy="540000"/>
          </a:xfrm>
          <a:prstGeom prst="rect">
            <a:avLst/>
          </a:prstGeom>
        </p:spPr>
      </p:pic>
      <p:pic>
        <p:nvPicPr>
          <p:cNvPr id="963" name="グラフィックス 962" descr="女の人">
            <a:extLst>
              <a:ext uri="{FF2B5EF4-FFF2-40B4-BE49-F238E27FC236}">
                <a16:creationId xmlns:a16="http://schemas.microsoft.com/office/drawing/2014/main" id="{B33A5FF6-42AB-074B-B866-A651E04F1B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88366" y="889511"/>
            <a:ext cx="540000" cy="540000"/>
          </a:xfrm>
          <a:prstGeom prst="rect">
            <a:avLst/>
          </a:prstGeom>
        </p:spPr>
      </p:pic>
      <p:pic>
        <p:nvPicPr>
          <p:cNvPr id="964" name="グラフィックス 963" descr="女の人">
            <a:extLst>
              <a:ext uri="{FF2B5EF4-FFF2-40B4-BE49-F238E27FC236}">
                <a16:creationId xmlns:a16="http://schemas.microsoft.com/office/drawing/2014/main" id="{C25D7008-11AD-0953-6455-1D597B3675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3736" y="889511"/>
            <a:ext cx="540000" cy="540000"/>
          </a:xfrm>
          <a:prstGeom prst="rect">
            <a:avLst/>
          </a:prstGeom>
        </p:spPr>
      </p:pic>
      <p:pic>
        <p:nvPicPr>
          <p:cNvPr id="975" name="グラフィックス 974" descr="女の人">
            <a:extLst>
              <a:ext uri="{FF2B5EF4-FFF2-40B4-BE49-F238E27FC236}">
                <a16:creationId xmlns:a16="http://schemas.microsoft.com/office/drawing/2014/main" id="{A0D3CAFC-F533-759D-6C23-1771668A41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7626" y="1460138"/>
            <a:ext cx="540000" cy="540000"/>
          </a:xfrm>
          <a:prstGeom prst="rect">
            <a:avLst/>
          </a:prstGeom>
        </p:spPr>
      </p:pic>
      <p:pic>
        <p:nvPicPr>
          <p:cNvPr id="976" name="グラフィックス 975" descr="女の人">
            <a:extLst>
              <a:ext uri="{FF2B5EF4-FFF2-40B4-BE49-F238E27FC236}">
                <a16:creationId xmlns:a16="http://schemas.microsoft.com/office/drawing/2014/main" id="{16ED5DDA-114D-003D-C001-314241C5DB6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7626" y="1460138"/>
            <a:ext cx="540000" cy="540000"/>
          </a:xfrm>
          <a:prstGeom prst="rect">
            <a:avLst/>
          </a:prstGeom>
        </p:spPr>
      </p:pic>
      <p:pic>
        <p:nvPicPr>
          <p:cNvPr id="977" name="グラフィックス 976" descr="女の人">
            <a:extLst>
              <a:ext uri="{FF2B5EF4-FFF2-40B4-BE49-F238E27FC236}">
                <a16:creationId xmlns:a16="http://schemas.microsoft.com/office/drawing/2014/main" id="{951B18CF-C594-F557-BF58-BF8FACADBF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57626" y="1460138"/>
            <a:ext cx="540000" cy="540000"/>
          </a:xfrm>
          <a:prstGeom prst="rect">
            <a:avLst/>
          </a:prstGeom>
        </p:spPr>
      </p:pic>
      <p:pic>
        <p:nvPicPr>
          <p:cNvPr id="978" name="グラフィックス 977" descr="女の人">
            <a:extLst>
              <a:ext uri="{FF2B5EF4-FFF2-40B4-BE49-F238E27FC236}">
                <a16:creationId xmlns:a16="http://schemas.microsoft.com/office/drawing/2014/main" id="{140EFB41-EB11-C52A-2B45-678385A6C0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2996" y="1460138"/>
            <a:ext cx="540000" cy="540000"/>
          </a:xfrm>
          <a:prstGeom prst="rect">
            <a:avLst/>
          </a:prstGeom>
        </p:spPr>
      </p:pic>
      <p:pic>
        <p:nvPicPr>
          <p:cNvPr id="979" name="グラフィックス 978" descr="女の人">
            <a:extLst>
              <a:ext uri="{FF2B5EF4-FFF2-40B4-BE49-F238E27FC236}">
                <a16:creationId xmlns:a16="http://schemas.microsoft.com/office/drawing/2014/main" id="{409F10CD-91CC-BFC3-6255-9F678838ED6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8366" y="1460138"/>
            <a:ext cx="540000" cy="540000"/>
          </a:xfrm>
          <a:prstGeom prst="rect">
            <a:avLst/>
          </a:prstGeom>
        </p:spPr>
      </p:pic>
      <p:pic>
        <p:nvPicPr>
          <p:cNvPr id="980" name="グラフィックス 979" descr="女の人">
            <a:extLst>
              <a:ext uri="{FF2B5EF4-FFF2-40B4-BE49-F238E27FC236}">
                <a16:creationId xmlns:a16="http://schemas.microsoft.com/office/drawing/2014/main" id="{DDDA6CB6-1D3B-7DCD-436C-68263B9F1B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8366" y="1460138"/>
            <a:ext cx="540000" cy="540000"/>
          </a:xfrm>
          <a:prstGeom prst="rect">
            <a:avLst/>
          </a:prstGeom>
        </p:spPr>
      </p:pic>
      <p:pic>
        <p:nvPicPr>
          <p:cNvPr id="981" name="グラフィックス 980" descr="女の人">
            <a:extLst>
              <a:ext uri="{FF2B5EF4-FFF2-40B4-BE49-F238E27FC236}">
                <a16:creationId xmlns:a16="http://schemas.microsoft.com/office/drawing/2014/main" id="{F15E5354-725A-45B2-63AB-E5AA1FA212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8366" y="1460138"/>
            <a:ext cx="540000" cy="540000"/>
          </a:xfrm>
          <a:prstGeom prst="rect">
            <a:avLst/>
          </a:prstGeom>
        </p:spPr>
      </p:pic>
      <p:pic>
        <p:nvPicPr>
          <p:cNvPr id="982" name="グラフィックス 981" descr="女の人">
            <a:extLst>
              <a:ext uri="{FF2B5EF4-FFF2-40B4-BE49-F238E27FC236}">
                <a16:creationId xmlns:a16="http://schemas.microsoft.com/office/drawing/2014/main" id="{8EFCCBC0-FDC6-998F-D2C6-BCDA58B6D0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18366" y="1460138"/>
            <a:ext cx="540000" cy="540000"/>
          </a:xfrm>
          <a:prstGeom prst="rect">
            <a:avLst/>
          </a:prstGeom>
        </p:spPr>
      </p:pic>
      <p:pic>
        <p:nvPicPr>
          <p:cNvPr id="983" name="グラフィックス 982" descr="女の人">
            <a:extLst>
              <a:ext uri="{FF2B5EF4-FFF2-40B4-BE49-F238E27FC236}">
                <a16:creationId xmlns:a16="http://schemas.microsoft.com/office/drawing/2014/main" id="{F5F3A83B-F1D5-E5CB-7A57-0FED661F54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3736" y="1460138"/>
            <a:ext cx="540000" cy="540000"/>
          </a:xfrm>
          <a:prstGeom prst="rect">
            <a:avLst/>
          </a:prstGeom>
        </p:spPr>
      </p:pic>
      <p:pic>
        <p:nvPicPr>
          <p:cNvPr id="984" name="グラフィックス 983" descr="女の人">
            <a:extLst>
              <a:ext uri="{FF2B5EF4-FFF2-40B4-BE49-F238E27FC236}">
                <a16:creationId xmlns:a16="http://schemas.microsoft.com/office/drawing/2014/main" id="{CCC05368-ACB8-80A1-B3AF-09A80EBC96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9106" y="1460138"/>
            <a:ext cx="540000" cy="540000"/>
          </a:xfrm>
          <a:prstGeom prst="rect">
            <a:avLst/>
          </a:prstGeom>
        </p:spPr>
      </p:pic>
      <p:pic>
        <p:nvPicPr>
          <p:cNvPr id="1012" name="グラフィックス 1011" descr="女の人">
            <a:extLst>
              <a:ext uri="{FF2B5EF4-FFF2-40B4-BE49-F238E27FC236}">
                <a16:creationId xmlns:a16="http://schemas.microsoft.com/office/drawing/2014/main" id="{AC55E644-3FEF-3012-998B-44BA1B742A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7626" y="2030765"/>
            <a:ext cx="540000" cy="540000"/>
          </a:xfrm>
          <a:prstGeom prst="rect">
            <a:avLst/>
          </a:prstGeom>
        </p:spPr>
      </p:pic>
      <p:pic>
        <p:nvPicPr>
          <p:cNvPr id="1013" name="グラフィックス 1012" descr="女の人">
            <a:extLst>
              <a:ext uri="{FF2B5EF4-FFF2-40B4-BE49-F238E27FC236}">
                <a16:creationId xmlns:a16="http://schemas.microsoft.com/office/drawing/2014/main" id="{AD02531D-D383-8804-AF76-FC822216F0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7626" y="2030765"/>
            <a:ext cx="540000" cy="540000"/>
          </a:xfrm>
          <a:prstGeom prst="rect">
            <a:avLst/>
          </a:prstGeom>
        </p:spPr>
      </p:pic>
      <p:pic>
        <p:nvPicPr>
          <p:cNvPr id="1014" name="グラフィックス 1013" descr="女の人">
            <a:extLst>
              <a:ext uri="{FF2B5EF4-FFF2-40B4-BE49-F238E27FC236}">
                <a16:creationId xmlns:a16="http://schemas.microsoft.com/office/drawing/2014/main" id="{4EE61146-4E5E-2085-E22D-F3825246F1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57626" y="2030765"/>
            <a:ext cx="540000" cy="540000"/>
          </a:xfrm>
          <a:prstGeom prst="rect">
            <a:avLst/>
          </a:prstGeom>
        </p:spPr>
      </p:pic>
      <p:pic>
        <p:nvPicPr>
          <p:cNvPr id="1015" name="グラフィックス 1014" descr="女の人">
            <a:extLst>
              <a:ext uri="{FF2B5EF4-FFF2-40B4-BE49-F238E27FC236}">
                <a16:creationId xmlns:a16="http://schemas.microsoft.com/office/drawing/2014/main" id="{B007AAD1-F548-B37C-A78C-57515650C9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2996" y="2030765"/>
            <a:ext cx="540000" cy="540000"/>
          </a:xfrm>
          <a:prstGeom prst="rect">
            <a:avLst/>
          </a:prstGeom>
        </p:spPr>
      </p:pic>
      <p:pic>
        <p:nvPicPr>
          <p:cNvPr id="1016" name="グラフィックス 1015" descr="女の人">
            <a:extLst>
              <a:ext uri="{FF2B5EF4-FFF2-40B4-BE49-F238E27FC236}">
                <a16:creationId xmlns:a16="http://schemas.microsoft.com/office/drawing/2014/main" id="{D5E1E041-3458-0D0E-DF86-534473CAE9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8366" y="2030765"/>
            <a:ext cx="540000" cy="540000"/>
          </a:xfrm>
          <a:prstGeom prst="rect">
            <a:avLst/>
          </a:prstGeom>
        </p:spPr>
      </p:pic>
      <p:pic>
        <p:nvPicPr>
          <p:cNvPr id="1017" name="グラフィックス 1016" descr="女の人">
            <a:extLst>
              <a:ext uri="{FF2B5EF4-FFF2-40B4-BE49-F238E27FC236}">
                <a16:creationId xmlns:a16="http://schemas.microsoft.com/office/drawing/2014/main" id="{9456B5DF-E678-4C41-1CDF-85E6BEDDDC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8366" y="2030765"/>
            <a:ext cx="540000" cy="540000"/>
          </a:xfrm>
          <a:prstGeom prst="rect">
            <a:avLst/>
          </a:prstGeom>
        </p:spPr>
      </p:pic>
      <p:pic>
        <p:nvPicPr>
          <p:cNvPr id="1018" name="グラフィックス 1017" descr="女の人">
            <a:extLst>
              <a:ext uri="{FF2B5EF4-FFF2-40B4-BE49-F238E27FC236}">
                <a16:creationId xmlns:a16="http://schemas.microsoft.com/office/drawing/2014/main" id="{C900B702-7AA2-6FC1-2AAF-36265BAC10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8366" y="2030765"/>
            <a:ext cx="540000" cy="540000"/>
          </a:xfrm>
          <a:prstGeom prst="rect">
            <a:avLst/>
          </a:prstGeom>
        </p:spPr>
      </p:pic>
      <p:pic>
        <p:nvPicPr>
          <p:cNvPr id="1019" name="グラフィックス 1018" descr="女の人">
            <a:extLst>
              <a:ext uri="{FF2B5EF4-FFF2-40B4-BE49-F238E27FC236}">
                <a16:creationId xmlns:a16="http://schemas.microsoft.com/office/drawing/2014/main" id="{8B9D64E7-AE13-FC46-C0F4-73B292FC31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18366" y="2030765"/>
            <a:ext cx="540000" cy="540000"/>
          </a:xfrm>
          <a:prstGeom prst="rect">
            <a:avLst/>
          </a:prstGeom>
        </p:spPr>
      </p:pic>
      <p:pic>
        <p:nvPicPr>
          <p:cNvPr id="1020" name="グラフィックス 1019" descr="女の人">
            <a:extLst>
              <a:ext uri="{FF2B5EF4-FFF2-40B4-BE49-F238E27FC236}">
                <a16:creationId xmlns:a16="http://schemas.microsoft.com/office/drawing/2014/main" id="{1A1DEE5D-4F5D-A1E4-6B61-613E5F83D9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3736" y="2030765"/>
            <a:ext cx="540000" cy="540000"/>
          </a:xfrm>
          <a:prstGeom prst="rect">
            <a:avLst/>
          </a:prstGeom>
        </p:spPr>
      </p:pic>
      <p:pic>
        <p:nvPicPr>
          <p:cNvPr id="1021" name="グラフィックス 1020" descr="女の人">
            <a:extLst>
              <a:ext uri="{FF2B5EF4-FFF2-40B4-BE49-F238E27FC236}">
                <a16:creationId xmlns:a16="http://schemas.microsoft.com/office/drawing/2014/main" id="{8710A353-EF4C-44B8-D66C-53DACD22CE8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9106" y="2030765"/>
            <a:ext cx="540000" cy="540000"/>
          </a:xfrm>
          <a:prstGeom prst="rect">
            <a:avLst/>
          </a:prstGeom>
        </p:spPr>
      </p:pic>
      <p:pic>
        <p:nvPicPr>
          <p:cNvPr id="1022" name="グラフィックス 1021" descr="女の人">
            <a:extLst>
              <a:ext uri="{FF2B5EF4-FFF2-40B4-BE49-F238E27FC236}">
                <a16:creationId xmlns:a16="http://schemas.microsoft.com/office/drawing/2014/main" id="{DE9D7DA1-64BF-0306-9983-96350E7C9B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7626" y="2601392"/>
            <a:ext cx="540000" cy="540000"/>
          </a:xfrm>
          <a:prstGeom prst="rect">
            <a:avLst/>
          </a:prstGeom>
        </p:spPr>
      </p:pic>
      <p:pic>
        <p:nvPicPr>
          <p:cNvPr id="1023" name="グラフィックス 1022" descr="女の人">
            <a:extLst>
              <a:ext uri="{FF2B5EF4-FFF2-40B4-BE49-F238E27FC236}">
                <a16:creationId xmlns:a16="http://schemas.microsoft.com/office/drawing/2014/main" id="{3E9A82A9-BEB4-466D-5D77-2BC4BA5074F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7626" y="2601392"/>
            <a:ext cx="540000" cy="540000"/>
          </a:xfrm>
          <a:prstGeom prst="rect">
            <a:avLst/>
          </a:prstGeom>
        </p:spPr>
      </p:pic>
      <p:pic>
        <p:nvPicPr>
          <p:cNvPr id="1024" name="グラフィックス 1023" descr="女の人">
            <a:extLst>
              <a:ext uri="{FF2B5EF4-FFF2-40B4-BE49-F238E27FC236}">
                <a16:creationId xmlns:a16="http://schemas.microsoft.com/office/drawing/2014/main" id="{59EC5532-40BE-901F-881F-3431048420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57626" y="2601392"/>
            <a:ext cx="540000" cy="540000"/>
          </a:xfrm>
          <a:prstGeom prst="rect">
            <a:avLst/>
          </a:prstGeom>
        </p:spPr>
      </p:pic>
      <p:pic>
        <p:nvPicPr>
          <p:cNvPr id="1025" name="グラフィックス 1024" descr="女の人">
            <a:extLst>
              <a:ext uri="{FF2B5EF4-FFF2-40B4-BE49-F238E27FC236}">
                <a16:creationId xmlns:a16="http://schemas.microsoft.com/office/drawing/2014/main" id="{05501D35-1D79-C11A-6C78-589E0257F8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2996" y="2601392"/>
            <a:ext cx="540000" cy="540000"/>
          </a:xfrm>
          <a:prstGeom prst="rect">
            <a:avLst/>
          </a:prstGeom>
        </p:spPr>
      </p:pic>
      <p:pic>
        <p:nvPicPr>
          <p:cNvPr id="1026" name="グラフィックス 1025" descr="女の人">
            <a:extLst>
              <a:ext uri="{FF2B5EF4-FFF2-40B4-BE49-F238E27FC236}">
                <a16:creationId xmlns:a16="http://schemas.microsoft.com/office/drawing/2014/main" id="{439ED644-D4B7-0008-B7D3-6BD4C9D373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08366" y="2601392"/>
            <a:ext cx="540000" cy="540000"/>
          </a:xfrm>
          <a:prstGeom prst="rect">
            <a:avLst/>
          </a:prstGeom>
        </p:spPr>
      </p:pic>
      <p:pic>
        <p:nvPicPr>
          <p:cNvPr id="1027" name="グラフィックス 1026" descr="女の人">
            <a:extLst>
              <a:ext uri="{FF2B5EF4-FFF2-40B4-BE49-F238E27FC236}">
                <a16:creationId xmlns:a16="http://schemas.microsoft.com/office/drawing/2014/main" id="{8765C3E5-7445-744D-ADE7-B731C4569F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78366" y="2601392"/>
            <a:ext cx="540000" cy="540000"/>
          </a:xfrm>
          <a:prstGeom prst="rect">
            <a:avLst/>
          </a:prstGeom>
        </p:spPr>
      </p:pic>
      <p:pic>
        <p:nvPicPr>
          <p:cNvPr id="1028" name="グラフィックス 1027" descr="女の人">
            <a:extLst>
              <a:ext uri="{FF2B5EF4-FFF2-40B4-BE49-F238E27FC236}">
                <a16:creationId xmlns:a16="http://schemas.microsoft.com/office/drawing/2014/main" id="{55C517E0-4666-F2C4-20FE-ED953D5634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48366" y="2601392"/>
            <a:ext cx="540000" cy="540000"/>
          </a:xfrm>
          <a:prstGeom prst="rect">
            <a:avLst/>
          </a:prstGeom>
        </p:spPr>
      </p:pic>
      <p:pic>
        <p:nvPicPr>
          <p:cNvPr id="1029" name="グラフィックス 1028" descr="女の人">
            <a:extLst>
              <a:ext uri="{FF2B5EF4-FFF2-40B4-BE49-F238E27FC236}">
                <a16:creationId xmlns:a16="http://schemas.microsoft.com/office/drawing/2014/main" id="{E77EF8F7-C4E0-BC0F-02C0-25342E5C8B9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18366" y="2601392"/>
            <a:ext cx="540000" cy="540000"/>
          </a:xfrm>
          <a:prstGeom prst="rect">
            <a:avLst/>
          </a:prstGeom>
        </p:spPr>
      </p:pic>
      <p:pic>
        <p:nvPicPr>
          <p:cNvPr id="1030" name="グラフィックス 1029" descr="女の人">
            <a:extLst>
              <a:ext uri="{FF2B5EF4-FFF2-40B4-BE49-F238E27FC236}">
                <a16:creationId xmlns:a16="http://schemas.microsoft.com/office/drawing/2014/main" id="{C0E65EB7-3630-BF6B-734B-DFAF166455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93736" y="2601392"/>
            <a:ext cx="540000" cy="540000"/>
          </a:xfrm>
          <a:prstGeom prst="rect">
            <a:avLst/>
          </a:prstGeom>
        </p:spPr>
      </p:pic>
      <p:pic>
        <p:nvPicPr>
          <p:cNvPr id="1031" name="グラフィックス 1030" descr="女の人">
            <a:extLst>
              <a:ext uri="{FF2B5EF4-FFF2-40B4-BE49-F238E27FC236}">
                <a16:creationId xmlns:a16="http://schemas.microsoft.com/office/drawing/2014/main" id="{01282480-2D69-D328-AE15-984F7DBCDC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9106" y="2601392"/>
            <a:ext cx="540000" cy="540000"/>
          </a:xfrm>
          <a:prstGeom prst="rect">
            <a:avLst/>
          </a:prstGeom>
        </p:spPr>
      </p:pic>
      <p:pic>
        <p:nvPicPr>
          <p:cNvPr id="1092" name="グラフィックス 1091" descr="女の人">
            <a:extLst>
              <a:ext uri="{FF2B5EF4-FFF2-40B4-BE49-F238E27FC236}">
                <a16:creationId xmlns:a16="http://schemas.microsoft.com/office/drawing/2014/main" id="{BD97315B-CCAE-1C93-7A66-F0A0160DCE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06886" y="3172019"/>
            <a:ext cx="540000" cy="540000"/>
          </a:xfrm>
          <a:prstGeom prst="rect">
            <a:avLst/>
          </a:prstGeom>
        </p:spPr>
      </p:pic>
      <p:pic>
        <p:nvPicPr>
          <p:cNvPr id="1093" name="グラフィックス 1092" descr="女の人">
            <a:extLst>
              <a:ext uri="{FF2B5EF4-FFF2-40B4-BE49-F238E27FC236}">
                <a16:creationId xmlns:a16="http://schemas.microsoft.com/office/drawing/2014/main" id="{202A2264-A5E1-B7BE-8521-0FA39F306BA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76886" y="3172019"/>
            <a:ext cx="540000" cy="540000"/>
          </a:xfrm>
          <a:prstGeom prst="rect">
            <a:avLst/>
          </a:prstGeom>
        </p:spPr>
      </p:pic>
      <p:pic>
        <p:nvPicPr>
          <p:cNvPr id="1094" name="グラフィックス 1093" descr="女の人">
            <a:extLst>
              <a:ext uri="{FF2B5EF4-FFF2-40B4-BE49-F238E27FC236}">
                <a16:creationId xmlns:a16="http://schemas.microsoft.com/office/drawing/2014/main" id="{35848B2F-48DF-5E35-9305-4FC7637AC6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46886" y="3172019"/>
            <a:ext cx="540000" cy="540000"/>
          </a:xfrm>
          <a:prstGeom prst="rect">
            <a:avLst/>
          </a:prstGeom>
        </p:spPr>
      </p:pic>
      <p:pic>
        <p:nvPicPr>
          <p:cNvPr id="1095" name="グラフィックス 1094" descr="女の人">
            <a:extLst>
              <a:ext uri="{FF2B5EF4-FFF2-40B4-BE49-F238E27FC236}">
                <a16:creationId xmlns:a16="http://schemas.microsoft.com/office/drawing/2014/main" id="{B72E894B-2581-7020-7436-0EE6AE47986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22256" y="3172019"/>
            <a:ext cx="540000" cy="540000"/>
          </a:xfrm>
          <a:prstGeom prst="rect">
            <a:avLst/>
          </a:prstGeom>
        </p:spPr>
      </p:pic>
      <p:pic>
        <p:nvPicPr>
          <p:cNvPr id="1096" name="グラフィックス 1095" descr="女の人">
            <a:extLst>
              <a:ext uri="{FF2B5EF4-FFF2-40B4-BE49-F238E27FC236}">
                <a16:creationId xmlns:a16="http://schemas.microsoft.com/office/drawing/2014/main" id="{AD439279-DF9B-E52C-590C-300C4C195A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7626" y="3172019"/>
            <a:ext cx="540000" cy="540000"/>
          </a:xfrm>
          <a:prstGeom prst="rect">
            <a:avLst/>
          </a:prstGeom>
        </p:spPr>
      </p:pic>
      <p:pic>
        <p:nvPicPr>
          <p:cNvPr id="1097" name="グラフィックス 1096" descr="女の人">
            <a:extLst>
              <a:ext uri="{FF2B5EF4-FFF2-40B4-BE49-F238E27FC236}">
                <a16:creationId xmlns:a16="http://schemas.microsoft.com/office/drawing/2014/main" id="{A63417FF-1A7B-2A86-058C-6CE379701CD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7626" y="3172019"/>
            <a:ext cx="540000" cy="540000"/>
          </a:xfrm>
          <a:prstGeom prst="rect">
            <a:avLst/>
          </a:prstGeom>
        </p:spPr>
      </p:pic>
      <p:pic>
        <p:nvPicPr>
          <p:cNvPr id="1098" name="グラフィックス 1097" descr="女の人">
            <a:extLst>
              <a:ext uri="{FF2B5EF4-FFF2-40B4-BE49-F238E27FC236}">
                <a16:creationId xmlns:a16="http://schemas.microsoft.com/office/drawing/2014/main" id="{CDAED415-3D89-BB52-753C-EB7C6D0E8D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37626" y="3172019"/>
            <a:ext cx="540000" cy="540000"/>
          </a:xfrm>
          <a:prstGeom prst="rect">
            <a:avLst/>
          </a:prstGeom>
        </p:spPr>
      </p:pic>
      <p:pic>
        <p:nvPicPr>
          <p:cNvPr id="1099" name="グラフィックス 1098" descr="女の人">
            <a:extLst>
              <a:ext uri="{FF2B5EF4-FFF2-40B4-BE49-F238E27FC236}">
                <a16:creationId xmlns:a16="http://schemas.microsoft.com/office/drawing/2014/main" id="{092530D8-B975-492B-1230-5E829778DE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07626" y="3172019"/>
            <a:ext cx="540000" cy="540000"/>
          </a:xfrm>
          <a:prstGeom prst="rect">
            <a:avLst/>
          </a:prstGeom>
        </p:spPr>
      </p:pic>
      <p:pic>
        <p:nvPicPr>
          <p:cNvPr id="1100" name="グラフィックス 1099" descr="女の人">
            <a:extLst>
              <a:ext uri="{FF2B5EF4-FFF2-40B4-BE49-F238E27FC236}">
                <a16:creationId xmlns:a16="http://schemas.microsoft.com/office/drawing/2014/main" id="{E56F8E59-B88E-5BD3-A0E5-B138E21088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82996" y="3172019"/>
            <a:ext cx="540000" cy="540000"/>
          </a:xfrm>
          <a:prstGeom prst="rect">
            <a:avLst/>
          </a:prstGeom>
        </p:spPr>
      </p:pic>
      <p:pic>
        <p:nvPicPr>
          <p:cNvPr id="1101" name="グラフィックス 1100" descr="女の人">
            <a:extLst>
              <a:ext uri="{FF2B5EF4-FFF2-40B4-BE49-F238E27FC236}">
                <a16:creationId xmlns:a16="http://schemas.microsoft.com/office/drawing/2014/main" id="{FFD46658-348A-422B-8B8C-0331B36477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58366" y="3172019"/>
            <a:ext cx="540000" cy="540000"/>
          </a:xfrm>
          <a:prstGeom prst="rect">
            <a:avLst/>
          </a:prstGeom>
        </p:spPr>
      </p:pic>
      <p:sp>
        <p:nvSpPr>
          <p:cNvPr id="2" name="テキスト ボックス 1">
            <a:extLst>
              <a:ext uri="{FF2B5EF4-FFF2-40B4-BE49-F238E27FC236}">
                <a16:creationId xmlns:a16="http://schemas.microsoft.com/office/drawing/2014/main" id="{C823C581-5E8F-3737-FE74-8AEEA61FD567}"/>
              </a:ext>
            </a:extLst>
          </p:cNvPr>
          <p:cNvSpPr txBox="1"/>
          <p:nvPr/>
        </p:nvSpPr>
        <p:spPr>
          <a:xfrm>
            <a:off x="5337396" y="2309155"/>
            <a:ext cx="2492990" cy="523220"/>
          </a:xfrm>
          <a:prstGeom prst="rect">
            <a:avLst/>
          </a:prstGeom>
          <a:noFill/>
        </p:spPr>
        <p:txBody>
          <a:bodyPr wrap="none" rtlCol="0">
            <a:spAutoFit/>
          </a:bodyPr>
          <a:lstStyle/>
          <a:p>
            <a:r>
              <a:rPr kumimoji="1" lang="ja-JP" altLang="en-US" sz="1600" b="1">
                <a:solidFill>
                  <a:schemeClr val="accent2"/>
                </a:solidFill>
                <a:latin typeface="Tsukushi A Round Gothic Bold" panose="02020400000000000000" pitchFamily="18" charset="-128"/>
                <a:ea typeface="Tsukushi A Round Gothic Bold" panose="02020400000000000000" pitchFamily="18" charset="-128"/>
              </a:rPr>
              <a:t>１万人のうち</a:t>
            </a:r>
            <a:r>
              <a:rPr kumimoji="1" lang="ja-JP" altLang="en-US" sz="2800" b="1">
                <a:solidFill>
                  <a:schemeClr val="accent2"/>
                </a:solidFill>
                <a:latin typeface="Tsukushi A Round Gothic Bold" panose="02020400000000000000" pitchFamily="18" charset="-128"/>
                <a:ea typeface="Tsukushi A Round Gothic Bold" panose="02020400000000000000" pitchFamily="18" charset="-128"/>
              </a:rPr>
              <a:t>８５％</a:t>
            </a:r>
          </a:p>
        </p:txBody>
      </p:sp>
      <p:sp>
        <p:nvSpPr>
          <p:cNvPr id="4" name="テキスト ボックス 3">
            <a:extLst>
              <a:ext uri="{FF2B5EF4-FFF2-40B4-BE49-F238E27FC236}">
                <a16:creationId xmlns:a16="http://schemas.microsoft.com/office/drawing/2014/main" id="{33F3A53A-ED2A-049E-8EF4-6C3CFA534ED7}"/>
              </a:ext>
            </a:extLst>
          </p:cNvPr>
          <p:cNvSpPr txBox="1"/>
          <p:nvPr/>
        </p:nvSpPr>
        <p:spPr>
          <a:xfrm>
            <a:off x="5080915" y="3141392"/>
            <a:ext cx="3005951" cy="400110"/>
          </a:xfrm>
          <a:prstGeom prst="rect">
            <a:avLst/>
          </a:prstGeom>
          <a:noFill/>
        </p:spPr>
        <p:txBody>
          <a:bodyPr wrap="none" rtlCol="0">
            <a:spAutoFit/>
          </a:bodyPr>
          <a:lstStyle/>
          <a:p>
            <a:r>
              <a:rPr kumimoji="1" lang="ja-JP" altLang="en-US" sz="2000" b="1">
                <a:solidFill>
                  <a:schemeClr val="accent2"/>
                </a:solidFill>
                <a:latin typeface="Tsukushi A Round Gothic Bold" panose="02020400000000000000" pitchFamily="18" charset="-128"/>
                <a:ea typeface="Tsukushi A Round Gothic Bold" panose="02020400000000000000" pitchFamily="18" charset="-128"/>
              </a:rPr>
              <a:t>相談しづらいという問題</a:t>
            </a:r>
          </a:p>
        </p:txBody>
      </p:sp>
    </p:spTree>
    <p:extLst>
      <p:ext uri="{BB962C8B-B14F-4D97-AF65-F5344CB8AC3E}">
        <p14:creationId xmlns:p14="http://schemas.microsoft.com/office/powerpoint/2010/main" val="230669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31" name="Google Shape;988;p33">
            <a:extLst>
              <a:ext uri="{FF2B5EF4-FFF2-40B4-BE49-F238E27FC236}">
                <a16:creationId xmlns:a16="http://schemas.microsoft.com/office/drawing/2014/main" id="{121992EA-3E59-6618-3942-9DEA1A9AEC89}"/>
              </a:ext>
            </a:extLst>
          </p:cNvPr>
          <p:cNvSpPr txBox="1">
            <a:spLocks noGrp="1"/>
          </p:cNvSpPr>
          <p:nvPr>
            <p:ph type="title"/>
          </p:nvPr>
        </p:nvSpPr>
        <p:spPr>
          <a:xfrm>
            <a:off x="719999" y="4215713"/>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ja-JP" altLang="en-US" sz="2000" b="1">
                <a:latin typeface="Tsukushi A Round Gothic Bold" panose="02020400000000000000" pitchFamily="18" charset="-128"/>
                <a:ea typeface="Tsukushi A Round Gothic Bold" panose="02020400000000000000" pitchFamily="18" charset="-128"/>
              </a:rPr>
              <a:t>男性でも身近にいる女性の生理で悩んでいる人がいます</a:t>
            </a:r>
            <a:endParaRPr sz="2000" b="1" dirty="0">
              <a:latin typeface="Tsukushi A Round Gothic Bold" panose="02020400000000000000" pitchFamily="18" charset="-128"/>
              <a:ea typeface="Tsukushi A Round Gothic Bold" panose="02020400000000000000" pitchFamily="18" charset="-128"/>
            </a:endParaRPr>
          </a:p>
        </p:txBody>
      </p:sp>
      <p:pic>
        <p:nvPicPr>
          <p:cNvPr id="3" name="グラフィックス 2" descr="男性のプロフィール">
            <a:extLst>
              <a:ext uri="{FF2B5EF4-FFF2-40B4-BE49-F238E27FC236}">
                <a16:creationId xmlns:a16="http://schemas.microsoft.com/office/drawing/2014/main" id="{BF18CC15-FC72-D8D1-EC0F-F8ED4B06FB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46622" y="1546372"/>
            <a:ext cx="2050755" cy="2050755"/>
          </a:xfrm>
          <a:prstGeom prst="rect">
            <a:avLst/>
          </a:prstGeom>
        </p:spPr>
      </p:pic>
    </p:spTree>
    <p:extLst>
      <p:ext uri="{BB962C8B-B14F-4D97-AF65-F5344CB8AC3E}">
        <p14:creationId xmlns:p14="http://schemas.microsoft.com/office/powerpoint/2010/main" val="157238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31" name="Google Shape;988;p33">
            <a:extLst>
              <a:ext uri="{FF2B5EF4-FFF2-40B4-BE49-F238E27FC236}">
                <a16:creationId xmlns:a16="http://schemas.microsoft.com/office/drawing/2014/main" id="{121992EA-3E59-6618-3942-9DEA1A9AEC89}"/>
              </a:ext>
            </a:extLst>
          </p:cNvPr>
          <p:cNvSpPr txBox="1">
            <a:spLocks noGrp="1"/>
          </p:cNvSpPr>
          <p:nvPr>
            <p:ph type="title"/>
          </p:nvPr>
        </p:nvSpPr>
        <p:spPr>
          <a:xfrm>
            <a:off x="719999" y="4215713"/>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ja-JP" altLang="en-US" sz="2000" b="1">
                <a:latin typeface="Tsukushi A Round Gothic Bold" panose="02020400000000000000" pitchFamily="18" charset="-128"/>
                <a:ea typeface="Tsukushi A Round Gothic Bold" panose="02020400000000000000" pitchFamily="18" charset="-128"/>
              </a:rPr>
              <a:t>男性でも身近にいる女性の生理で悩んでいる人がいます</a:t>
            </a:r>
            <a:endParaRPr sz="2000" b="1" dirty="0">
              <a:latin typeface="Tsukushi A Round Gothic Bold" panose="02020400000000000000" pitchFamily="18" charset="-128"/>
              <a:ea typeface="Tsukushi A Round Gothic Bold" panose="02020400000000000000" pitchFamily="18" charset="-128"/>
            </a:endParaRPr>
          </a:p>
        </p:txBody>
      </p:sp>
      <p:pic>
        <p:nvPicPr>
          <p:cNvPr id="3" name="グラフィックス 2" descr="男性のプロフィール">
            <a:extLst>
              <a:ext uri="{FF2B5EF4-FFF2-40B4-BE49-F238E27FC236}">
                <a16:creationId xmlns:a16="http://schemas.microsoft.com/office/drawing/2014/main" id="{BF18CC15-FC72-D8D1-EC0F-F8ED4B06FB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46622" y="1546372"/>
            <a:ext cx="2050755" cy="2050755"/>
          </a:xfrm>
          <a:prstGeom prst="rect">
            <a:avLst/>
          </a:prstGeom>
        </p:spPr>
      </p:pic>
      <p:sp>
        <p:nvSpPr>
          <p:cNvPr id="2" name="テキスト ボックス 1">
            <a:extLst>
              <a:ext uri="{FF2B5EF4-FFF2-40B4-BE49-F238E27FC236}">
                <a16:creationId xmlns:a16="http://schemas.microsoft.com/office/drawing/2014/main" id="{F4EFD278-8679-763C-7E5D-189C552D9F07}"/>
              </a:ext>
            </a:extLst>
          </p:cNvPr>
          <p:cNvSpPr txBox="1"/>
          <p:nvPr/>
        </p:nvSpPr>
        <p:spPr>
          <a:xfrm>
            <a:off x="1989437" y="1083191"/>
            <a:ext cx="2339102" cy="307777"/>
          </a:xfrm>
          <a:prstGeom prst="rect">
            <a:avLst/>
          </a:prstGeom>
          <a:noFill/>
        </p:spPr>
        <p:txBody>
          <a:bodyPr wrap="none" rtlCol="0">
            <a:spAutoFit/>
          </a:bodyPr>
          <a:lstStyle/>
          <a:p>
            <a:r>
              <a:rPr kumimoji="1" lang="ja-JP" altLang="en-US"/>
              <a:t>生理中の女性への対応は？</a:t>
            </a:r>
          </a:p>
        </p:txBody>
      </p:sp>
      <p:sp>
        <p:nvSpPr>
          <p:cNvPr id="4" name="テキスト ボックス 3">
            <a:extLst>
              <a:ext uri="{FF2B5EF4-FFF2-40B4-BE49-F238E27FC236}">
                <a16:creationId xmlns:a16="http://schemas.microsoft.com/office/drawing/2014/main" id="{184D84DD-B9C1-14FC-9628-753351E8AFE6}"/>
              </a:ext>
            </a:extLst>
          </p:cNvPr>
          <p:cNvSpPr txBox="1"/>
          <p:nvPr/>
        </p:nvSpPr>
        <p:spPr>
          <a:xfrm>
            <a:off x="5745892" y="1915580"/>
            <a:ext cx="2877711" cy="523220"/>
          </a:xfrm>
          <a:prstGeom prst="rect">
            <a:avLst/>
          </a:prstGeom>
          <a:noFill/>
        </p:spPr>
        <p:txBody>
          <a:bodyPr wrap="none" rtlCol="0">
            <a:spAutoFit/>
          </a:bodyPr>
          <a:lstStyle/>
          <a:p>
            <a:r>
              <a:rPr kumimoji="1" lang="ja-JP" altLang="en-US"/>
              <a:t>彼女の生理痛がしんどそう</a:t>
            </a:r>
            <a:endParaRPr kumimoji="1" lang="en-US" altLang="ja-JP" dirty="0"/>
          </a:p>
          <a:p>
            <a:r>
              <a:rPr kumimoji="1" lang="ja-JP" altLang="en-US"/>
              <a:t>僕に何かできることあるのかな？</a:t>
            </a:r>
          </a:p>
        </p:txBody>
      </p:sp>
      <p:sp>
        <p:nvSpPr>
          <p:cNvPr id="5" name="テキスト ボックス 4">
            <a:extLst>
              <a:ext uri="{FF2B5EF4-FFF2-40B4-BE49-F238E27FC236}">
                <a16:creationId xmlns:a16="http://schemas.microsoft.com/office/drawing/2014/main" id="{61E48BE5-DA15-C5AF-7641-26129207006D}"/>
              </a:ext>
            </a:extLst>
          </p:cNvPr>
          <p:cNvSpPr txBox="1"/>
          <p:nvPr/>
        </p:nvSpPr>
        <p:spPr>
          <a:xfrm>
            <a:off x="372115" y="2589199"/>
            <a:ext cx="2877711" cy="523220"/>
          </a:xfrm>
          <a:prstGeom prst="rect">
            <a:avLst/>
          </a:prstGeom>
          <a:noFill/>
        </p:spPr>
        <p:txBody>
          <a:bodyPr wrap="none" rtlCol="0">
            <a:spAutoFit/>
          </a:bodyPr>
          <a:lstStyle/>
          <a:p>
            <a:pPr algn="r"/>
            <a:r>
              <a:rPr kumimoji="1" lang="ja-JP" altLang="en-US"/>
              <a:t>娘の生理が始まったらしい</a:t>
            </a:r>
            <a:endParaRPr kumimoji="1" lang="en-US" altLang="ja-JP" dirty="0"/>
          </a:p>
          <a:p>
            <a:pPr algn="r"/>
            <a:r>
              <a:rPr kumimoji="1" lang="ja-JP" altLang="en-US"/>
              <a:t>何をしてあげたらいいんだろう？</a:t>
            </a:r>
          </a:p>
        </p:txBody>
      </p:sp>
    </p:spTree>
    <p:extLst>
      <p:ext uri="{BB962C8B-B14F-4D97-AF65-F5344CB8AC3E}">
        <p14:creationId xmlns:p14="http://schemas.microsoft.com/office/powerpoint/2010/main" val="2551602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31" name="Google Shape;988;p33">
            <a:extLst>
              <a:ext uri="{FF2B5EF4-FFF2-40B4-BE49-F238E27FC236}">
                <a16:creationId xmlns:a16="http://schemas.microsoft.com/office/drawing/2014/main" id="{121992EA-3E59-6618-3942-9DEA1A9AEC89}"/>
              </a:ext>
            </a:extLst>
          </p:cNvPr>
          <p:cNvSpPr txBox="1">
            <a:spLocks noGrp="1"/>
          </p:cNvSpPr>
          <p:nvPr>
            <p:ph type="title"/>
          </p:nvPr>
        </p:nvSpPr>
        <p:spPr>
          <a:xfrm>
            <a:off x="719999" y="4215713"/>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ja-JP" altLang="en-US" sz="2000" b="1">
                <a:latin typeface="Tsukushi A Round Gothic Bold" panose="02020400000000000000" pitchFamily="18" charset="-128"/>
                <a:ea typeface="Tsukushi A Round Gothic Bold" panose="02020400000000000000" pitchFamily="18" charset="-128"/>
              </a:rPr>
              <a:t>男性でも身近にいる女性の生理で悩んでいる人がいます</a:t>
            </a:r>
            <a:endParaRPr sz="2000" b="1" dirty="0">
              <a:latin typeface="Tsukushi A Round Gothic Bold" panose="02020400000000000000" pitchFamily="18" charset="-128"/>
              <a:ea typeface="Tsukushi A Round Gothic Bold" panose="02020400000000000000" pitchFamily="18" charset="-128"/>
            </a:endParaRPr>
          </a:p>
        </p:txBody>
      </p:sp>
      <p:pic>
        <p:nvPicPr>
          <p:cNvPr id="3" name="グラフィックス 2" descr="男性のプロフィール">
            <a:extLst>
              <a:ext uri="{FF2B5EF4-FFF2-40B4-BE49-F238E27FC236}">
                <a16:creationId xmlns:a16="http://schemas.microsoft.com/office/drawing/2014/main" id="{BF18CC15-FC72-D8D1-EC0F-F8ED4B06FB9A}"/>
              </a:ext>
            </a:extLst>
          </p:cNvPr>
          <p:cNvPicPr>
            <a:picLocks noChangeAspect="1"/>
          </p:cNvPicPr>
          <p:nvPr/>
        </p:nvPicPr>
        <p:blipFill>
          <a:blip r:embed="rId3">
            <a:alphaModFix amt="30000"/>
            <a:extLst>
              <a:ext uri="{96DAC541-7B7A-43D3-8B79-37D633B846F1}">
                <asvg:svgBlip xmlns:asvg="http://schemas.microsoft.com/office/drawing/2016/SVG/main" r:embed="rId4"/>
              </a:ext>
            </a:extLst>
          </a:blip>
          <a:stretch>
            <a:fillRect/>
          </a:stretch>
        </p:blipFill>
        <p:spPr>
          <a:xfrm>
            <a:off x="3546622" y="1546372"/>
            <a:ext cx="2050755" cy="2050755"/>
          </a:xfrm>
          <a:prstGeom prst="rect">
            <a:avLst/>
          </a:prstGeom>
        </p:spPr>
      </p:pic>
      <p:sp>
        <p:nvSpPr>
          <p:cNvPr id="2" name="テキスト ボックス 1">
            <a:extLst>
              <a:ext uri="{FF2B5EF4-FFF2-40B4-BE49-F238E27FC236}">
                <a16:creationId xmlns:a16="http://schemas.microsoft.com/office/drawing/2014/main" id="{F4EFD278-8679-763C-7E5D-189C552D9F07}"/>
              </a:ext>
            </a:extLst>
          </p:cNvPr>
          <p:cNvSpPr txBox="1"/>
          <p:nvPr/>
        </p:nvSpPr>
        <p:spPr>
          <a:xfrm>
            <a:off x="1989437" y="1083191"/>
            <a:ext cx="2339102" cy="307777"/>
          </a:xfrm>
          <a:prstGeom prst="rect">
            <a:avLst/>
          </a:prstGeom>
          <a:noFill/>
        </p:spPr>
        <p:txBody>
          <a:bodyPr wrap="none" rtlCol="0">
            <a:spAutoFit/>
          </a:bodyPr>
          <a:lstStyle/>
          <a:p>
            <a:r>
              <a:rPr kumimoji="1" lang="ja-JP" altLang="en-US">
                <a:solidFill>
                  <a:srgbClr val="000000">
                    <a:alpha val="10000"/>
                  </a:srgbClr>
                </a:solidFill>
                <a:latin typeface="Tsukushi A Round Gothic Regular" panose="02020400000000000000" pitchFamily="18" charset="-128"/>
                <a:ea typeface="Tsukushi A Round Gothic Regular" panose="02020400000000000000" pitchFamily="18" charset="-128"/>
              </a:rPr>
              <a:t>生理中の女性への対応は？</a:t>
            </a:r>
          </a:p>
        </p:txBody>
      </p:sp>
      <p:sp>
        <p:nvSpPr>
          <p:cNvPr id="4" name="テキスト ボックス 3">
            <a:extLst>
              <a:ext uri="{FF2B5EF4-FFF2-40B4-BE49-F238E27FC236}">
                <a16:creationId xmlns:a16="http://schemas.microsoft.com/office/drawing/2014/main" id="{184D84DD-B9C1-14FC-9628-753351E8AFE6}"/>
              </a:ext>
            </a:extLst>
          </p:cNvPr>
          <p:cNvSpPr txBox="1"/>
          <p:nvPr/>
        </p:nvSpPr>
        <p:spPr>
          <a:xfrm>
            <a:off x="5745892" y="1915580"/>
            <a:ext cx="2877711" cy="523220"/>
          </a:xfrm>
          <a:prstGeom prst="rect">
            <a:avLst/>
          </a:prstGeom>
          <a:noFill/>
        </p:spPr>
        <p:txBody>
          <a:bodyPr wrap="none" rtlCol="0">
            <a:spAutoFit/>
          </a:bodyPr>
          <a:lstStyle/>
          <a:p>
            <a:r>
              <a:rPr kumimoji="1" lang="ja-JP" altLang="en-US">
                <a:solidFill>
                  <a:srgbClr val="000000">
                    <a:alpha val="10000"/>
                  </a:srgbClr>
                </a:solidFill>
                <a:latin typeface="Tsukushi A Round Gothic Regular" panose="02020400000000000000" pitchFamily="18" charset="-128"/>
                <a:ea typeface="Tsukushi A Round Gothic Regular" panose="02020400000000000000" pitchFamily="18" charset="-128"/>
              </a:rPr>
              <a:t>彼女の生理痛がしんどそう</a:t>
            </a:r>
            <a:endParaRPr kumimoji="1" lang="en-US" altLang="ja-JP" dirty="0">
              <a:solidFill>
                <a:srgbClr val="000000">
                  <a:alpha val="10000"/>
                </a:srgbClr>
              </a:solidFill>
              <a:latin typeface="Tsukushi A Round Gothic Regular" panose="02020400000000000000" pitchFamily="18" charset="-128"/>
              <a:ea typeface="Tsukushi A Round Gothic Regular" panose="02020400000000000000" pitchFamily="18" charset="-128"/>
            </a:endParaRPr>
          </a:p>
          <a:p>
            <a:r>
              <a:rPr kumimoji="1" lang="ja-JP" altLang="en-US">
                <a:solidFill>
                  <a:srgbClr val="000000">
                    <a:alpha val="10000"/>
                  </a:srgbClr>
                </a:solidFill>
                <a:latin typeface="Tsukushi A Round Gothic Regular" panose="02020400000000000000" pitchFamily="18" charset="-128"/>
                <a:ea typeface="Tsukushi A Round Gothic Regular" panose="02020400000000000000" pitchFamily="18" charset="-128"/>
              </a:rPr>
              <a:t>僕に何かできることあるのかな？</a:t>
            </a:r>
          </a:p>
        </p:txBody>
      </p:sp>
      <p:sp>
        <p:nvSpPr>
          <p:cNvPr id="5" name="テキスト ボックス 4">
            <a:extLst>
              <a:ext uri="{FF2B5EF4-FFF2-40B4-BE49-F238E27FC236}">
                <a16:creationId xmlns:a16="http://schemas.microsoft.com/office/drawing/2014/main" id="{61E48BE5-DA15-C5AF-7641-26129207006D}"/>
              </a:ext>
            </a:extLst>
          </p:cNvPr>
          <p:cNvSpPr txBox="1"/>
          <p:nvPr/>
        </p:nvSpPr>
        <p:spPr>
          <a:xfrm>
            <a:off x="372115" y="2589199"/>
            <a:ext cx="2877711" cy="523220"/>
          </a:xfrm>
          <a:prstGeom prst="rect">
            <a:avLst/>
          </a:prstGeom>
          <a:noFill/>
        </p:spPr>
        <p:txBody>
          <a:bodyPr wrap="none" rtlCol="0">
            <a:spAutoFit/>
          </a:bodyPr>
          <a:lstStyle/>
          <a:p>
            <a:pPr algn="r"/>
            <a:r>
              <a:rPr kumimoji="1" lang="ja-JP" altLang="en-US">
                <a:solidFill>
                  <a:srgbClr val="000000">
                    <a:alpha val="10000"/>
                  </a:srgbClr>
                </a:solidFill>
                <a:latin typeface="Tsukushi A Round Gothic Regular" panose="02020400000000000000" pitchFamily="18" charset="-128"/>
                <a:ea typeface="Tsukushi A Round Gothic Regular" panose="02020400000000000000" pitchFamily="18" charset="-128"/>
              </a:rPr>
              <a:t>娘の生理が始まったらしい</a:t>
            </a:r>
            <a:endParaRPr kumimoji="1" lang="en-US" altLang="ja-JP" dirty="0">
              <a:solidFill>
                <a:srgbClr val="000000">
                  <a:alpha val="10000"/>
                </a:srgbClr>
              </a:solidFill>
              <a:latin typeface="Tsukushi A Round Gothic Regular" panose="02020400000000000000" pitchFamily="18" charset="-128"/>
              <a:ea typeface="Tsukushi A Round Gothic Regular" panose="02020400000000000000" pitchFamily="18" charset="-128"/>
            </a:endParaRPr>
          </a:p>
          <a:p>
            <a:pPr algn="r"/>
            <a:r>
              <a:rPr kumimoji="1" lang="ja-JP" altLang="en-US">
                <a:solidFill>
                  <a:srgbClr val="000000">
                    <a:alpha val="10000"/>
                  </a:srgbClr>
                </a:solidFill>
                <a:latin typeface="Tsukushi A Round Gothic Regular" panose="02020400000000000000" pitchFamily="18" charset="-128"/>
                <a:ea typeface="Tsukushi A Round Gothic Regular" panose="02020400000000000000" pitchFamily="18" charset="-128"/>
              </a:rPr>
              <a:t>何をしてあげたらいいんだろう？</a:t>
            </a:r>
          </a:p>
        </p:txBody>
      </p:sp>
      <p:sp>
        <p:nvSpPr>
          <p:cNvPr id="6" name="テキスト ボックス 5">
            <a:extLst>
              <a:ext uri="{FF2B5EF4-FFF2-40B4-BE49-F238E27FC236}">
                <a16:creationId xmlns:a16="http://schemas.microsoft.com/office/drawing/2014/main" id="{D7B94603-F91A-32E3-AF7F-A151BBC8D3F4}"/>
              </a:ext>
            </a:extLst>
          </p:cNvPr>
          <p:cNvSpPr txBox="1"/>
          <p:nvPr/>
        </p:nvSpPr>
        <p:spPr>
          <a:xfrm>
            <a:off x="2299582" y="3096676"/>
            <a:ext cx="4544834" cy="400110"/>
          </a:xfrm>
          <a:prstGeom prst="rect">
            <a:avLst/>
          </a:prstGeom>
          <a:noFill/>
        </p:spPr>
        <p:txBody>
          <a:bodyPr wrap="none" rtlCol="0">
            <a:spAutoFit/>
          </a:bodyPr>
          <a:lstStyle/>
          <a:p>
            <a:r>
              <a:rPr kumimoji="1" lang="ja-JP" altLang="en-US" sz="2000" b="1">
                <a:latin typeface="Tsukushi A Round Gothic Bold" panose="02020400000000000000" pitchFamily="18" charset="-128"/>
                <a:ea typeface="Tsukushi A Round Gothic Bold" panose="02020400000000000000" pitchFamily="18" charset="-128"/>
              </a:rPr>
              <a:t>体験していないからこその悩みが多い</a:t>
            </a:r>
          </a:p>
        </p:txBody>
      </p:sp>
    </p:spTree>
    <p:extLst>
      <p:ext uri="{BB962C8B-B14F-4D97-AF65-F5344CB8AC3E}">
        <p14:creationId xmlns:p14="http://schemas.microsoft.com/office/powerpoint/2010/main" val="3825725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BE470279-21DB-CFF5-7698-3A8E9FAFA98B}"/>
              </a:ext>
            </a:extLst>
          </p:cNvPr>
          <p:cNvSpPr txBox="1"/>
          <p:nvPr/>
        </p:nvSpPr>
        <p:spPr>
          <a:xfrm>
            <a:off x="799172" y="1091280"/>
            <a:ext cx="7545655" cy="2960939"/>
          </a:xfrm>
          <a:prstGeom prst="rect">
            <a:avLst/>
          </a:prstGeom>
          <a:noFill/>
        </p:spPr>
        <p:txBody>
          <a:bodyPr wrap="none" rtlCol="0">
            <a:spAutoFit/>
          </a:bodyPr>
          <a:lstStyle/>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私自身、生理痛が重くて病院に通って治療をしています。</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私は周りの人に恵まれていて、同棲中の彼氏が生理に理解がある人なので、</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「生理がきた」と伝えると、「ゆっくりしてて」と代わりに家事をしてくれたり、</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足りない生理用品を買ってきてくれたりと、助けてくれます。</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しかし、世の中には１人で悩んでいる人や、辛さに耐えている人がたくさんいます。</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そんな人たちを支えられるような</a:t>
            </a:r>
            <a:r>
              <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rPr>
              <a:t>『</a:t>
            </a: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あったらいいな</a:t>
            </a:r>
            <a:r>
              <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rPr>
              <a:t>』</a:t>
            </a: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のサイトを作成しようと思いました。</a:t>
            </a:r>
          </a:p>
        </p:txBody>
      </p:sp>
      <p:sp>
        <p:nvSpPr>
          <p:cNvPr id="7" name="テキスト ボックス 6">
            <a:extLst>
              <a:ext uri="{FF2B5EF4-FFF2-40B4-BE49-F238E27FC236}">
                <a16:creationId xmlns:a16="http://schemas.microsoft.com/office/drawing/2014/main" id="{D226029D-E8E0-5295-3B97-85C4826BAC07}"/>
              </a:ext>
            </a:extLst>
          </p:cNvPr>
          <p:cNvSpPr txBox="1"/>
          <p:nvPr/>
        </p:nvSpPr>
        <p:spPr>
          <a:xfrm>
            <a:off x="799172" y="421500"/>
            <a:ext cx="2262158" cy="369332"/>
          </a:xfrm>
          <a:prstGeom prst="rect">
            <a:avLst/>
          </a:prstGeom>
          <a:noFill/>
        </p:spPr>
        <p:txBody>
          <a:bodyPr wrap="none" rtlCol="0">
            <a:spAutoFit/>
          </a:bodyPr>
          <a:lstStyle/>
          <a:p>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プロジェクトの背景</a:t>
            </a:r>
          </a:p>
        </p:txBody>
      </p:sp>
    </p:spTree>
    <p:extLst>
      <p:ext uri="{BB962C8B-B14F-4D97-AF65-F5344CB8AC3E}">
        <p14:creationId xmlns:p14="http://schemas.microsoft.com/office/powerpoint/2010/main" val="459676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4" name="Google Shape;1024;p36">
            <a:extLst>
              <a:ext uri="{FF2B5EF4-FFF2-40B4-BE49-F238E27FC236}">
                <a16:creationId xmlns:a16="http://schemas.microsoft.com/office/drawing/2014/main" id="{B5111C95-A95A-6903-3B68-424A3643948F}"/>
              </a:ext>
            </a:extLst>
          </p:cNvPr>
          <p:cNvSpPr txBox="1">
            <a:spLocks/>
          </p:cNvSpPr>
          <p:nvPr/>
        </p:nvSpPr>
        <p:spPr>
          <a:xfrm>
            <a:off x="803189" y="1901106"/>
            <a:ext cx="5939100" cy="543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1pPr>
            <a:lvl2pPr marR="0" lvl="1"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2pPr>
            <a:lvl3pPr marR="0" lvl="2"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3pPr>
            <a:lvl4pPr marR="0" lvl="3"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4pPr>
            <a:lvl5pPr marR="0" lvl="4"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5pPr>
            <a:lvl6pPr marR="0" lvl="5"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6pPr>
            <a:lvl7pPr marR="0" lvl="6"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7pPr>
            <a:lvl8pPr marR="0" lvl="7"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8pPr>
            <a:lvl9pPr marR="0" lvl="8"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9pPr>
          </a:lstStyle>
          <a:p>
            <a:pPr algn="l"/>
            <a:r>
              <a:rPr lang="en-US" b="1" dirty="0">
                <a:latin typeface="Tsukushi A Round Gothic Bold" panose="02020400000000000000" pitchFamily="18" charset="-128"/>
                <a:ea typeface="Tsukushi A Round Gothic Bold" panose="02020400000000000000" pitchFamily="18" charset="-128"/>
              </a:rPr>
              <a:t>Strawberry Week</a:t>
            </a:r>
          </a:p>
        </p:txBody>
      </p:sp>
      <p:sp>
        <p:nvSpPr>
          <p:cNvPr id="5" name="Google Shape;1025;p36">
            <a:extLst>
              <a:ext uri="{FF2B5EF4-FFF2-40B4-BE49-F238E27FC236}">
                <a16:creationId xmlns:a16="http://schemas.microsoft.com/office/drawing/2014/main" id="{1E4A7F71-B7A8-412E-9304-6881256DD446}"/>
              </a:ext>
            </a:extLst>
          </p:cNvPr>
          <p:cNvSpPr txBox="1">
            <a:spLocks/>
          </p:cNvSpPr>
          <p:nvPr/>
        </p:nvSpPr>
        <p:spPr>
          <a:xfrm>
            <a:off x="803189" y="2325967"/>
            <a:ext cx="7525265" cy="172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1pPr>
            <a:lvl2pPr marL="914400" marR="0" lvl="1" indent="-304800" algn="l" rtl="0">
              <a:lnSpc>
                <a:spcPct val="100000"/>
              </a:lnSpc>
              <a:spcBef>
                <a:spcPts val="1600"/>
              </a:spcBef>
              <a:spcAft>
                <a:spcPts val="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2pPr>
            <a:lvl3pPr marL="1371600" marR="0" lvl="2" indent="-304800" algn="l" rtl="0">
              <a:lnSpc>
                <a:spcPct val="100000"/>
              </a:lnSpc>
              <a:spcBef>
                <a:spcPts val="1600"/>
              </a:spcBef>
              <a:spcAft>
                <a:spcPts val="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3pPr>
            <a:lvl4pPr marL="1828800" marR="0" lvl="3" indent="-304800" algn="l" rtl="0">
              <a:lnSpc>
                <a:spcPct val="100000"/>
              </a:lnSpc>
              <a:spcBef>
                <a:spcPts val="1600"/>
              </a:spcBef>
              <a:spcAft>
                <a:spcPts val="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4pPr>
            <a:lvl5pPr marL="2286000" marR="0" lvl="4" indent="-304800" algn="l" rtl="0">
              <a:lnSpc>
                <a:spcPct val="100000"/>
              </a:lnSpc>
              <a:spcBef>
                <a:spcPts val="1600"/>
              </a:spcBef>
              <a:spcAft>
                <a:spcPts val="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5pPr>
            <a:lvl6pPr marL="2743200" marR="0" lvl="5" indent="-304800" algn="l" rtl="0">
              <a:lnSpc>
                <a:spcPct val="100000"/>
              </a:lnSpc>
              <a:spcBef>
                <a:spcPts val="1600"/>
              </a:spcBef>
              <a:spcAft>
                <a:spcPts val="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6pPr>
            <a:lvl7pPr marL="3200400" marR="0" lvl="6" indent="-304800" algn="l" rtl="0">
              <a:lnSpc>
                <a:spcPct val="100000"/>
              </a:lnSpc>
              <a:spcBef>
                <a:spcPts val="1600"/>
              </a:spcBef>
              <a:spcAft>
                <a:spcPts val="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7pPr>
            <a:lvl8pPr marL="3657600" marR="0" lvl="7" indent="-304800" algn="l" rtl="0">
              <a:lnSpc>
                <a:spcPct val="100000"/>
              </a:lnSpc>
              <a:spcBef>
                <a:spcPts val="1600"/>
              </a:spcBef>
              <a:spcAft>
                <a:spcPts val="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8pPr>
            <a:lvl9pPr marL="4114800" marR="0" lvl="8" indent="-304800" algn="l" rtl="0">
              <a:lnSpc>
                <a:spcPct val="100000"/>
              </a:lnSpc>
              <a:spcBef>
                <a:spcPts val="1600"/>
              </a:spcBef>
              <a:spcAft>
                <a:spcPts val="1600"/>
              </a:spcAft>
              <a:buClr>
                <a:schemeClr val="accent2"/>
              </a:buClr>
              <a:buSzPts val="1200"/>
              <a:buFont typeface="Roboto Slab Light"/>
              <a:buChar char="■"/>
              <a:defRPr sz="1400" b="0" i="0" u="none" strike="noStrike" cap="none">
                <a:solidFill>
                  <a:schemeClr val="accent2"/>
                </a:solidFill>
                <a:latin typeface="Questrial"/>
                <a:ea typeface="Questrial"/>
                <a:cs typeface="Questrial"/>
                <a:sym typeface="Questrial"/>
              </a:defRPr>
            </a:lvl9pPr>
          </a:lstStyle>
          <a:p>
            <a:pPr marL="0" indent="0" algn="l">
              <a:buFont typeface="Roboto Slab Light"/>
              <a:buNone/>
            </a:pPr>
            <a:r>
              <a:rPr lang="ja-JP" altLang="en-US" sz="1800">
                <a:latin typeface="Tsukushi A Round Gothic Regular" panose="02020400000000000000" pitchFamily="18" charset="-128"/>
                <a:ea typeface="Tsukushi A Round Gothic Regular" panose="02020400000000000000" pitchFamily="18" charset="-128"/>
              </a:rPr>
              <a:t>生理とはどんなものなのか、</a:t>
            </a:r>
          </a:p>
          <a:p>
            <a:pPr marL="0" indent="0" algn="l">
              <a:buFont typeface="Roboto Slab Light"/>
              <a:buNone/>
            </a:pPr>
            <a:r>
              <a:rPr lang="ja-JP" altLang="en-US" sz="1800">
                <a:latin typeface="Tsukushi A Round Gothic Regular" panose="02020400000000000000" pitchFamily="18" charset="-128"/>
                <a:ea typeface="Tsukushi A Round Gothic Regular" panose="02020400000000000000" pitchFamily="18" charset="-128"/>
              </a:rPr>
              <a:t>自分や大切な女性の生理についてやその悩みを知ることができるサイト</a:t>
            </a:r>
            <a:endParaRPr lang="ja-JP" altLang="en-US" sz="1800" dirty="0">
              <a:latin typeface="Tsukushi A Round Gothic Regular" panose="02020400000000000000" pitchFamily="18" charset="-128"/>
              <a:ea typeface="Tsukushi A Round Gothic Regular" panose="02020400000000000000" pitchFamily="18" charset="-128"/>
            </a:endParaRPr>
          </a:p>
        </p:txBody>
      </p:sp>
      <p:pic>
        <p:nvPicPr>
          <p:cNvPr id="6" name="図 5">
            <a:extLst>
              <a:ext uri="{FF2B5EF4-FFF2-40B4-BE49-F238E27FC236}">
                <a16:creationId xmlns:a16="http://schemas.microsoft.com/office/drawing/2014/main" id="{0F9E527C-7D34-52E5-B1F6-5D532C21261A}"/>
              </a:ext>
            </a:extLst>
          </p:cNvPr>
          <p:cNvPicPr>
            <a:picLocks noChangeAspect="1"/>
          </p:cNvPicPr>
          <p:nvPr/>
        </p:nvPicPr>
        <p:blipFill>
          <a:blip r:embed="rId3"/>
          <a:stretch>
            <a:fillRect/>
          </a:stretch>
        </p:blipFill>
        <p:spPr>
          <a:xfrm>
            <a:off x="5521925" y="1536969"/>
            <a:ext cx="1577996" cy="1577996"/>
          </a:xfrm>
          <a:prstGeom prst="rect">
            <a:avLst/>
          </a:prstGeom>
        </p:spPr>
      </p:pic>
    </p:spTree>
    <p:extLst>
      <p:ext uri="{BB962C8B-B14F-4D97-AF65-F5344CB8AC3E}">
        <p14:creationId xmlns:p14="http://schemas.microsoft.com/office/powerpoint/2010/main" val="436102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4" name="Google Shape;1024;p36">
            <a:extLst>
              <a:ext uri="{FF2B5EF4-FFF2-40B4-BE49-F238E27FC236}">
                <a16:creationId xmlns:a16="http://schemas.microsoft.com/office/drawing/2014/main" id="{B5111C95-A95A-6903-3B68-424A3643948F}"/>
              </a:ext>
            </a:extLst>
          </p:cNvPr>
          <p:cNvSpPr txBox="1">
            <a:spLocks/>
          </p:cNvSpPr>
          <p:nvPr/>
        </p:nvSpPr>
        <p:spPr>
          <a:xfrm>
            <a:off x="883707" y="1265319"/>
            <a:ext cx="5939100" cy="543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1pPr>
            <a:lvl2pPr marR="0" lvl="1"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2pPr>
            <a:lvl3pPr marR="0" lvl="2"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3pPr>
            <a:lvl4pPr marR="0" lvl="3"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4pPr>
            <a:lvl5pPr marR="0" lvl="4"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5pPr>
            <a:lvl6pPr marR="0" lvl="5"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6pPr>
            <a:lvl7pPr marR="0" lvl="6"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7pPr>
            <a:lvl8pPr marR="0" lvl="7"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8pPr>
            <a:lvl9pPr marR="0" lvl="8"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9pPr>
          </a:lstStyle>
          <a:p>
            <a:pPr algn="l"/>
            <a:r>
              <a:rPr lang="en-US" b="1" dirty="0">
                <a:latin typeface="Tsukushi A Round Gothic Bold" panose="02020400000000000000" pitchFamily="18" charset="-128"/>
                <a:ea typeface="Tsukushi A Round Gothic Bold" panose="02020400000000000000" pitchFamily="18" charset="-128"/>
              </a:rPr>
              <a:t>Strawberry Week</a:t>
            </a:r>
          </a:p>
        </p:txBody>
      </p:sp>
      <p:pic>
        <p:nvPicPr>
          <p:cNvPr id="6" name="図 5">
            <a:extLst>
              <a:ext uri="{FF2B5EF4-FFF2-40B4-BE49-F238E27FC236}">
                <a16:creationId xmlns:a16="http://schemas.microsoft.com/office/drawing/2014/main" id="{0F9E527C-7D34-52E5-B1F6-5D532C21261A}"/>
              </a:ext>
            </a:extLst>
          </p:cNvPr>
          <p:cNvPicPr>
            <a:picLocks noChangeAspect="1"/>
          </p:cNvPicPr>
          <p:nvPr/>
        </p:nvPicPr>
        <p:blipFill>
          <a:blip r:embed="rId3"/>
          <a:stretch>
            <a:fillRect/>
          </a:stretch>
        </p:blipFill>
        <p:spPr>
          <a:xfrm>
            <a:off x="6547161" y="1305997"/>
            <a:ext cx="1577996" cy="1577996"/>
          </a:xfrm>
          <a:prstGeom prst="rect">
            <a:avLst/>
          </a:prstGeom>
        </p:spPr>
      </p:pic>
      <p:sp>
        <p:nvSpPr>
          <p:cNvPr id="2" name="テキスト ボックス 1">
            <a:extLst>
              <a:ext uri="{FF2B5EF4-FFF2-40B4-BE49-F238E27FC236}">
                <a16:creationId xmlns:a16="http://schemas.microsoft.com/office/drawing/2014/main" id="{19A628F9-135C-17BC-9529-BB7DB204153C}"/>
              </a:ext>
            </a:extLst>
          </p:cNvPr>
          <p:cNvSpPr txBox="1"/>
          <p:nvPr/>
        </p:nvSpPr>
        <p:spPr>
          <a:xfrm>
            <a:off x="2189017" y="2198099"/>
            <a:ext cx="1338828" cy="369332"/>
          </a:xfrm>
          <a:prstGeom prst="rect">
            <a:avLst/>
          </a:prstGeom>
          <a:noFill/>
        </p:spPr>
        <p:txBody>
          <a:bodyPr wrap="none" rtlCol="0">
            <a:spAutoFit/>
          </a:bodyPr>
          <a:lstStyle/>
          <a:p>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ターゲット</a:t>
            </a:r>
          </a:p>
        </p:txBody>
      </p:sp>
      <p:sp>
        <p:nvSpPr>
          <p:cNvPr id="3" name="テキスト ボックス 2">
            <a:extLst>
              <a:ext uri="{FF2B5EF4-FFF2-40B4-BE49-F238E27FC236}">
                <a16:creationId xmlns:a16="http://schemas.microsoft.com/office/drawing/2014/main" id="{2542C01C-AC51-2334-7C0F-751D38589D32}"/>
              </a:ext>
            </a:extLst>
          </p:cNvPr>
          <p:cNvSpPr txBox="1"/>
          <p:nvPr/>
        </p:nvSpPr>
        <p:spPr>
          <a:xfrm>
            <a:off x="2189017" y="2763493"/>
            <a:ext cx="4673074" cy="1019959"/>
          </a:xfrm>
          <a:prstGeom prst="rect">
            <a:avLst/>
          </a:prstGeom>
          <a:noFill/>
        </p:spPr>
        <p:txBody>
          <a:bodyPr wrap="none" rtlCol="0">
            <a:spAutoFit/>
          </a:bodyPr>
          <a:lstStyle/>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・生理に悩む方</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・自分にとって大切な女性を支えたい！と思っている方</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・内容が少し難しいため中学生以上かも？</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p:txBody>
      </p:sp>
    </p:spTree>
    <p:extLst>
      <p:ext uri="{BB962C8B-B14F-4D97-AF65-F5344CB8AC3E}">
        <p14:creationId xmlns:p14="http://schemas.microsoft.com/office/powerpoint/2010/main" val="3965764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pic>
        <p:nvPicPr>
          <p:cNvPr id="3" name="図 2">
            <a:extLst>
              <a:ext uri="{FF2B5EF4-FFF2-40B4-BE49-F238E27FC236}">
                <a16:creationId xmlns:a16="http://schemas.microsoft.com/office/drawing/2014/main" id="{F9F0FAB0-7B93-43BB-33C6-13C33B096DD2}"/>
              </a:ext>
            </a:extLst>
          </p:cNvPr>
          <p:cNvPicPr>
            <a:picLocks noChangeAspect="1"/>
          </p:cNvPicPr>
          <p:nvPr/>
        </p:nvPicPr>
        <p:blipFill>
          <a:blip r:embed="rId3"/>
          <a:stretch>
            <a:fillRect/>
          </a:stretch>
        </p:blipFill>
        <p:spPr>
          <a:xfrm>
            <a:off x="939515" y="1664343"/>
            <a:ext cx="4225609" cy="2571750"/>
          </a:xfrm>
          <a:prstGeom prst="rect">
            <a:avLst/>
          </a:prstGeom>
        </p:spPr>
      </p:pic>
      <p:pic>
        <p:nvPicPr>
          <p:cNvPr id="8" name="図 7">
            <a:extLst>
              <a:ext uri="{FF2B5EF4-FFF2-40B4-BE49-F238E27FC236}">
                <a16:creationId xmlns:a16="http://schemas.microsoft.com/office/drawing/2014/main" id="{93F34076-43EA-F948-A2E8-6EAD5F93D898}"/>
              </a:ext>
            </a:extLst>
          </p:cNvPr>
          <p:cNvPicPr>
            <a:picLocks noChangeAspect="1"/>
          </p:cNvPicPr>
          <p:nvPr/>
        </p:nvPicPr>
        <p:blipFill>
          <a:blip r:embed="rId4"/>
          <a:stretch>
            <a:fillRect/>
          </a:stretch>
        </p:blipFill>
        <p:spPr>
          <a:xfrm>
            <a:off x="5869797" y="1428950"/>
            <a:ext cx="2285599" cy="2285599"/>
          </a:xfrm>
          <a:prstGeom prst="rect">
            <a:avLst/>
          </a:prstGeom>
        </p:spPr>
      </p:pic>
      <p:sp>
        <p:nvSpPr>
          <p:cNvPr id="10" name="テキスト ボックス 9">
            <a:extLst>
              <a:ext uri="{FF2B5EF4-FFF2-40B4-BE49-F238E27FC236}">
                <a16:creationId xmlns:a16="http://schemas.microsoft.com/office/drawing/2014/main" id="{3C808A00-AC5B-E03A-6595-DE035EE06D33}"/>
              </a:ext>
            </a:extLst>
          </p:cNvPr>
          <p:cNvSpPr txBox="1"/>
          <p:nvPr/>
        </p:nvSpPr>
        <p:spPr>
          <a:xfrm>
            <a:off x="5361977" y="3866761"/>
            <a:ext cx="2929006" cy="369332"/>
          </a:xfrm>
          <a:prstGeom prst="rect">
            <a:avLst/>
          </a:prstGeom>
          <a:noFill/>
        </p:spPr>
        <p:txBody>
          <a:bodyPr wrap="square" rtlCol="0">
            <a:spAutoFit/>
          </a:bodyPr>
          <a:lstStyle/>
          <a:p>
            <a:r>
              <a:rPr lang="en-US" altLang="ja-JP" sz="1800" b="1" dirty="0">
                <a:solidFill>
                  <a:schemeClr val="accent2"/>
                </a:solidFill>
                <a:effectLst/>
                <a:latin typeface="Tsukushi A Round Gothic Bold" panose="02020400000000000000" pitchFamily="18" charset="-128"/>
                <a:ea typeface="Tsukushi A Round Gothic Bold" panose="02020400000000000000" pitchFamily="18" charset="-128"/>
                <a:hlinkClick r:id="rId5">
                  <a:extLst>
                    <a:ext uri="{A12FA001-AC4F-418D-AE19-62706E023703}">
                      <ahyp:hlinkClr xmlns:ahyp="http://schemas.microsoft.com/office/drawing/2018/hyperlinkcolor" val="tx"/>
                    </a:ext>
                  </a:extLst>
                </a:hlinkClick>
              </a:rPr>
              <a:t>https://strawberryweek.jp</a:t>
            </a:r>
            <a:endParaRPr lang="en-US" altLang="ja-JP" sz="1800" b="1" dirty="0">
              <a:solidFill>
                <a:schemeClr val="accent2"/>
              </a:solidFill>
              <a:effectLst/>
              <a:latin typeface="Tsukushi A Round Gothic Bold" panose="02020400000000000000" pitchFamily="18" charset="-128"/>
              <a:ea typeface="Tsukushi A Round Gothic Bold" panose="02020400000000000000" pitchFamily="18" charset="-128"/>
            </a:endParaRPr>
          </a:p>
        </p:txBody>
      </p:sp>
    </p:spTree>
    <p:extLst>
      <p:ext uri="{BB962C8B-B14F-4D97-AF65-F5344CB8AC3E}">
        <p14:creationId xmlns:p14="http://schemas.microsoft.com/office/powerpoint/2010/main" val="3366536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014"/>
        <p:cNvGrpSpPr/>
        <p:nvPr/>
      </p:nvGrpSpPr>
      <p:grpSpPr>
        <a:xfrm>
          <a:off x="0" y="0"/>
          <a:ext cx="0" cy="0"/>
          <a:chOff x="0" y="0"/>
          <a:chExt cx="0" cy="0"/>
        </a:xfrm>
      </p:grpSpPr>
      <p:pic>
        <p:nvPicPr>
          <p:cNvPr id="9" name="図 8">
            <a:extLst>
              <a:ext uri="{FF2B5EF4-FFF2-40B4-BE49-F238E27FC236}">
                <a16:creationId xmlns:a16="http://schemas.microsoft.com/office/drawing/2014/main" id="{21B85503-4558-36D2-B920-6E109B537BA7}"/>
              </a:ext>
            </a:extLst>
          </p:cNvPr>
          <p:cNvPicPr>
            <a:picLocks noChangeAspect="1"/>
          </p:cNvPicPr>
          <p:nvPr/>
        </p:nvPicPr>
        <p:blipFill>
          <a:blip r:embed="rId3"/>
          <a:stretch>
            <a:fillRect/>
          </a:stretch>
        </p:blipFill>
        <p:spPr>
          <a:xfrm>
            <a:off x="3330847" y="172996"/>
            <a:ext cx="5640560" cy="3432904"/>
          </a:xfrm>
          <a:prstGeom prst="rect">
            <a:avLst/>
          </a:prstGeom>
        </p:spPr>
      </p:pic>
      <p:sp>
        <p:nvSpPr>
          <p:cNvPr id="11" name="Google Shape;1024;p36">
            <a:extLst>
              <a:ext uri="{FF2B5EF4-FFF2-40B4-BE49-F238E27FC236}">
                <a16:creationId xmlns:a16="http://schemas.microsoft.com/office/drawing/2014/main" id="{8C418F15-E927-ECDA-E995-3151B37FD861}"/>
              </a:ext>
            </a:extLst>
          </p:cNvPr>
          <p:cNvSpPr txBox="1">
            <a:spLocks/>
          </p:cNvSpPr>
          <p:nvPr/>
        </p:nvSpPr>
        <p:spPr>
          <a:xfrm>
            <a:off x="347391" y="1400438"/>
            <a:ext cx="2983456" cy="978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1pPr>
            <a:lvl2pPr marR="0" lvl="1"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2pPr>
            <a:lvl3pPr marR="0" lvl="2"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3pPr>
            <a:lvl4pPr marR="0" lvl="3"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4pPr>
            <a:lvl5pPr marR="0" lvl="4"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5pPr>
            <a:lvl6pPr marR="0" lvl="5"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6pPr>
            <a:lvl7pPr marR="0" lvl="6"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7pPr>
            <a:lvl8pPr marR="0" lvl="7"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8pPr>
            <a:lvl9pPr marR="0" lvl="8"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9pPr>
          </a:lstStyle>
          <a:p>
            <a:pPr algn="l"/>
            <a:r>
              <a:rPr lang="en-US" sz="1400" dirty="0" err="1">
                <a:latin typeface="Tsukushi A Round Gothic Regular" panose="02020400000000000000" pitchFamily="18" charset="-128"/>
                <a:ea typeface="Tsukushi A Round Gothic Regular" panose="02020400000000000000" pitchFamily="18" charset="-128"/>
              </a:rPr>
              <a:t>StrawberryWeek</a:t>
            </a:r>
            <a:r>
              <a:rPr lang="en-US" sz="1400" dirty="0">
                <a:latin typeface="Tsukushi A Round Gothic Regular" panose="02020400000000000000" pitchFamily="18" charset="-128"/>
                <a:ea typeface="Tsukushi A Round Gothic Regular" panose="02020400000000000000" pitchFamily="18" charset="-128"/>
              </a:rPr>
              <a:t> </a:t>
            </a:r>
            <a:r>
              <a:rPr lang="en-US" sz="1400" dirty="0" err="1">
                <a:latin typeface="Tsukushi A Round Gothic Regular" panose="02020400000000000000" pitchFamily="18" charset="-128"/>
                <a:ea typeface="Tsukushi A Round Gothic Regular" panose="02020400000000000000" pitchFamily="18" charset="-128"/>
              </a:rPr>
              <a:t>とは</a:t>
            </a:r>
            <a:r>
              <a:rPr lang="en-US" sz="1400" dirty="0">
                <a:latin typeface="Tsukushi A Round Gothic Regular" panose="02020400000000000000" pitchFamily="18" charset="-128"/>
                <a:ea typeface="Tsukushi A Round Gothic Regular" panose="02020400000000000000" pitchFamily="18" charset="-128"/>
              </a:rPr>
              <a:t>…</a:t>
            </a:r>
          </a:p>
          <a:p>
            <a:pPr algn="l"/>
            <a:endParaRPr lang="en-US" sz="1400" dirty="0">
              <a:latin typeface="Tsukushi A Round Gothic Regular" panose="02020400000000000000" pitchFamily="18" charset="-128"/>
              <a:ea typeface="Tsukushi A Round Gothic Regular" panose="02020400000000000000" pitchFamily="18" charset="-128"/>
            </a:endParaRPr>
          </a:p>
          <a:p>
            <a:pPr algn="l"/>
            <a:r>
              <a:rPr lang="en-US" sz="1400" dirty="0" err="1">
                <a:latin typeface="Tsukushi A Round Gothic Regular" panose="02020400000000000000" pitchFamily="18" charset="-128"/>
                <a:ea typeface="Tsukushi A Round Gothic Regular" panose="02020400000000000000" pitchFamily="18" charset="-128"/>
              </a:rPr>
              <a:t>海外でカジュアルに</a:t>
            </a:r>
            <a:endParaRPr lang="en-US" sz="1400" dirty="0">
              <a:latin typeface="Tsukushi A Round Gothic Regular" panose="02020400000000000000" pitchFamily="18" charset="-128"/>
              <a:ea typeface="Tsukushi A Round Gothic Regular" panose="02020400000000000000" pitchFamily="18" charset="-128"/>
            </a:endParaRPr>
          </a:p>
          <a:p>
            <a:pPr algn="l"/>
            <a:r>
              <a:rPr lang="en-US" sz="1400" dirty="0">
                <a:latin typeface="Tsukushi A Round Gothic Regular" panose="02020400000000000000" pitchFamily="18" charset="-128"/>
                <a:ea typeface="Tsukushi A Round Gothic Regular" panose="02020400000000000000" pitchFamily="18" charset="-128"/>
              </a:rPr>
              <a:t>『</a:t>
            </a:r>
            <a:r>
              <a:rPr lang="en-US" sz="1400" dirty="0" err="1">
                <a:latin typeface="Tsukushi A Round Gothic Regular" panose="02020400000000000000" pitchFamily="18" charset="-128"/>
                <a:ea typeface="Tsukushi A Round Gothic Regular" panose="02020400000000000000" pitchFamily="18" charset="-128"/>
              </a:rPr>
              <a:t>生理』のことを表現する言葉</a:t>
            </a:r>
            <a:endParaRPr lang="en-US" sz="1400" dirty="0">
              <a:latin typeface="Tsukushi A Round Gothic Regular" panose="02020400000000000000" pitchFamily="18" charset="-128"/>
              <a:ea typeface="Tsukushi A Round Gothic Regular" panose="02020400000000000000" pitchFamily="18"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pic>
        <p:nvPicPr>
          <p:cNvPr id="9" name="図 8">
            <a:extLst>
              <a:ext uri="{FF2B5EF4-FFF2-40B4-BE49-F238E27FC236}">
                <a16:creationId xmlns:a16="http://schemas.microsoft.com/office/drawing/2014/main" id="{21B85503-4558-36D2-B920-6E109B537BA7}"/>
              </a:ext>
            </a:extLst>
          </p:cNvPr>
          <p:cNvPicPr>
            <a:picLocks noChangeAspect="1"/>
          </p:cNvPicPr>
          <p:nvPr/>
        </p:nvPicPr>
        <p:blipFill>
          <a:blip r:embed="rId3"/>
          <a:stretch>
            <a:fillRect/>
          </a:stretch>
        </p:blipFill>
        <p:spPr>
          <a:xfrm>
            <a:off x="3330847" y="172996"/>
            <a:ext cx="5640560" cy="3432904"/>
          </a:xfrm>
          <a:prstGeom prst="rect">
            <a:avLst/>
          </a:prstGeom>
        </p:spPr>
      </p:pic>
      <p:sp>
        <p:nvSpPr>
          <p:cNvPr id="11" name="Google Shape;1024;p36">
            <a:extLst>
              <a:ext uri="{FF2B5EF4-FFF2-40B4-BE49-F238E27FC236}">
                <a16:creationId xmlns:a16="http://schemas.microsoft.com/office/drawing/2014/main" id="{8C418F15-E927-ECDA-E995-3151B37FD861}"/>
              </a:ext>
            </a:extLst>
          </p:cNvPr>
          <p:cNvSpPr txBox="1">
            <a:spLocks/>
          </p:cNvSpPr>
          <p:nvPr/>
        </p:nvSpPr>
        <p:spPr>
          <a:xfrm>
            <a:off x="347391" y="1400438"/>
            <a:ext cx="2983456" cy="978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1pPr>
            <a:lvl2pPr marR="0" lvl="1"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2pPr>
            <a:lvl3pPr marR="0" lvl="2"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3pPr>
            <a:lvl4pPr marR="0" lvl="3"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4pPr>
            <a:lvl5pPr marR="0" lvl="4"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5pPr>
            <a:lvl6pPr marR="0" lvl="5"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6pPr>
            <a:lvl7pPr marR="0" lvl="6"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7pPr>
            <a:lvl8pPr marR="0" lvl="7"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8pPr>
            <a:lvl9pPr marR="0" lvl="8" algn="l" rtl="0">
              <a:lnSpc>
                <a:spcPct val="100000"/>
              </a:lnSpc>
              <a:spcBef>
                <a:spcPts val="0"/>
              </a:spcBef>
              <a:spcAft>
                <a:spcPts val="0"/>
              </a:spcAft>
              <a:buClr>
                <a:schemeClr val="accent2"/>
              </a:buClr>
              <a:buSzPts val="2800"/>
              <a:buFont typeface="Paytone One"/>
              <a:buNone/>
              <a:defRPr sz="2800" b="0" i="0" u="none" strike="noStrike" cap="none">
                <a:solidFill>
                  <a:schemeClr val="accent2"/>
                </a:solidFill>
                <a:latin typeface="Paytone One"/>
                <a:ea typeface="Paytone One"/>
                <a:cs typeface="Paytone One"/>
                <a:sym typeface="Paytone One"/>
              </a:defRPr>
            </a:lvl9pPr>
          </a:lstStyle>
          <a:p>
            <a:pPr algn="l"/>
            <a:r>
              <a:rPr lang="en-US" sz="1400" dirty="0" err="1">
                <a:latin typeface="Tsukushi A Round Gothic Regular" panose="02020400000000000000" pitchFamily="18" charset="-128"/>
                <a:ea typeface="Tsukushi A Round Gothic Regular" panose="02020400000000000000" pitchFamily="18" charset="-128"/>
              </a:rPr>
              <a:t>StrawberryWeek</a:t>
            </a:r>
            <a:r>
              <a:rPr lang="en-US" sz="1400" dirty="0">
                <a:latin typeface="Tsukushi A Round Gothic Regular" panose="02020400000000000000" pitchFamily="18" charset="-128"/>
                <a:ea typeface="Tsukushi A Round Gothic Regular" panose="02020400000000000000" pitchFamily="18" charset="-128"/>
              </a:rPr>
              <a:t> </a:t>
            </a:r>
            <a:r>
              <a:rPr lang="en-US" sz="1400" dirty="0" err="1">
                <a:latin typeface="Tsukushi A Round Gothic Regular" panose="02020400000000000000" pitchFamily="18" charset="-128"/>
                <a:ea typeface="Tsukushi A Round Gothic Regular" panose="02020400000000000000" pitchFamily="18" charset="-128"/>
              </a:rPr>
              <a:t>とは</a:t>
            </a:r>
            <a:r>
              <a:rPr lang="en-US" sz="1400" dirty="0">
                <a:latin typeface="Tsukushi A Round Gothic Regular" panose="02020400000000000000" pitchFamily="18" charset="-128"/>
                <a:ea typeface="Tsukushi A Round Gothic Regular" panose="02020400000000000000" pitchFamily="18" charset="-128"/>
              </a:rPr>
              <a:t>…</a:t>
            </a:r>
          </a:p>
          <a:p>
            <a:pPr algn="l"/>
            <a:endParaRPr lang="en-US" sz="1400" dirty="0">
              <a:latin typeface="Tsukushi A Round Gothic Regular" panose="02020400000000000000" pitchFamily="18" charset="-128"/>
              <a:ea typeface="Tsukushi A Round Gothic Regular" panose="02020400000000000000" pitchFamily="18" charset="-128"/>
            </a:endParaRPr>
          </a:p>
          <a:p>
            <a:pPr algn="l"/>
            <a:r>
              <a:rPr lang="en-US" sz="1400" dirty="0" err="1">
                <a:latin typeface="Tsukushi A Round Gothic Regular" panose="02020400000000000000" pitchFamily="18" charset="-128"/>
                <a:ea typeface="Tsukushi A Round Gothic Regular" panose="02020400000000000000" pitchFamily="18" charset="-128"/>
              </a:rPr>
              <a:t>海外でカジュアルに</a:t>
            </a:r>
            <a:endParaRPr lang="en-US" sz="1400" dirty="0">
              <a:latin typeface="Tsukushi A Round Gothic Regular" panose="02020400000000000000" pitchFamily="18" charset="-128"/>
              <a:ea typeface="Tsukushi A Round Gothic Regular" panose="02020400000000000000" pitchFamily="18" charset="-128"/>
            </a:endParaRPr>
          </a:p>
          <a:p>
            <a:pPr algn="l"/>
            <a:r>
              <a:rPr lang="en-US" sz="1400" dirty="0">
                <a:latin typeface="Tsukushi A Round Gothic Regular" panose="02020400000000000000" pitchFamily="18" charset="-128"/>
                <a:ea typeface="Tsukushi A Round Gothic Regular" panose="02020400000000000000" pitchFamily="18" charset="-128"/>
              </a:rPr>
              <a:t>『</a:t>
            </a:r>
            <a:r>
              <a:rPr lang="en-US" sz="1400" dirty="0" err="1">
                <a:latin typeface="Tsukushi A Round Gothic Regular" panose="02020400000000000000" pitchFamily="18" charset="-128"/>
                <a:ea typeface="Tsukushi A Round Gothic Regular" panose="02020400000000000000" pitchFamily="18" charset="-128"/>
              </a:rPr>
              <a:t>生理』のことを表現する言葉</a:t>
            </a:r>
            <a:endParaRPr lang="en-US" sz="1400" dirty="0">
              <a:latin typeface="Tsukushi A Round Gothic Regular" panose="02020400000000000000" pitchFamily="18" charset="-128"/>
              <a:ea typeface="Tsukushi A Round Gothic Regular" panose="02020400000000000000" pitchFamily="18" charset="-128"/>
            </a:endParaRPr>
          </a:p>
        </p:txBody>
      </p:sp>
      <p:sp>
        <p:nvSpPr>
          <p:cNvPr id="2" name="テキスト ボックス 1">
            <a:extLst>
              <a:ext uri="{FF2B5EF4-FFF2-40B4-BE49-F238E27FC236}">
                <a16:creationId xmlns:a16="http://schemas.microsoft.com/office/drawing/2014/main" id="{5E8DE452-E0C0-EAD7-881B-08D98ECE8CC7}"/>
              </a:ext>
            </a:extLst>
          </p:cNvPr>
          <p:cNvSpPr txBox="1"/>
          <p:nvPr/>
        </p:nvSpPr>
        <p:spPr>
          <a:xfrm>
            <a:off x="1839119" y="4332771"/>
            <a:ext cx="1537600" cy="338554"/>
          </a:xfrm>
          <a:prstGeom prst="rect">
            <a:avLst/>
          </a:prstGeom>
          <a:noFill/>
        </p:spPr>
        <p:txBody>
          <a:bodyPr wrap="none" rtlCol="0">
            <a:spAutoFit/>
          </a:bodyPr>
          <a:lstStyle/>
          <a:p>
            <a:r>
              <a:rPr kumimoji="1" lang="ja-JP" altLang="en-US" sz="1600">
                <a:solidFill>
                  <a:schemeClr val="accent2"/>
                </a:solidFill>
                <a:latin typeface="Tsukushi A Round Gothic Regular" panose="02020400000000000000" pitchFamily="18" charset="-128"/>
                <a:ea typeface="Tsukushi A Round Gothic Regular" panose="02020400000000000000" pitchFamily="18" charset="-128"/>
              </a:rPr>
              <a:t>イチゴ</a:t>
            </a:r>
            <a:r>
              <a:rPr kumimoji="1" lang="en-US" altLang="ja-JP" sz="1600" dirty="0">
                <a:solidFill>
                  <a:schemeClr val="accent2"/>
                </a:solidFill>
                <a:latin typeface="Tsukushi A Round Gothic Regular" panose="02020400000000000000" pitchFamily="18" charset="-128"/>
                <a:ea typeface="Tsukushi A Round Gothic Regular" panose="02020400000000000000" pitchFamily="18" charset="-128"/>
              </a:rPr>
              <a:t> × </a:t>
            </a:r>
            <a:r>
              <a:rPr kumimoji="1" lang="ja-JP" altLang="en-US" sz="1600">
                <a:solidFill>
                  <a:schemeClr val="accent2"/>
                </a:solidFill>
                <a:latin typeface="Tsukushi A Round Gothic Regular" panose="02020400000000000000" pitchFamily="18" charset="-128"/>
                <a:ea typeface="Tsukushi A Round Gothic Regular" panose="02020400000000000000" pitchFamily="18" charset="-128"/>
              </a:rPr>
              <a:t>生理</a:t>
            </a:r>
            <a:endParaRPr kumimoji="1" lang="en-US" altLang="ja-JP" sz="1600" dirty="0">
              <a:solidFill>
                <a:schemeClr val="accent2"/>
              </a:solidFill>
              <a:latin typeface="Tsukushi A Round Gothic Regular" panose="02020400000000000000" pitchFamily="18" charset="-128"/>
              <a:ea typeface="Tsukushi A Round Gothic Regular" panose="02020400000000000000" pitchFamily="18" charset="-128"/>
            </a:endParaRPr>
          </a:p>
        </p:txBody>
      </p:sp>
      <p:sp>
        <p:nvSpPr>
          <p:cNvPr id="3" name="テキスト ボックス 2">
            <a:extLst>
              <a:ext uri="{FF2B5EF4-FFF2-40B4-BE49-F238E27FC236}">
                <a16:creationId xmlns:a16="http://schemas.microsoft.com/office/drawing/2014/main" id="{FAD5E85A-6340-EB89-7A04-C246204B0EC9}"/>
              </a:ext>
            </a:extLst>
          </p:cNvPr>
          <p:cNvSpPr txBox="1"/>
          <p:nvPr/>
        </p:nvSpPr>
        <p:spPr>
          <a:xfrm>
            <a:off x="1839119" y="3788078"/>
            <a:ext cx="2031325" cy="369332"/>
          </a:xfrm>
          <a:prstGeom prst="rect">
            <a:avLst/>
          </a:prstGeom>
          <a:noFill/>
        </p:spPr>
        <p:txBody>
          <a:bodyPr wrap="none" rtlCol="0">
            <a:spAutoFit/>
          </a:bodyPr>
          <a:lstStyle/>
          <a:p>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デザインについて</a:t>
            </a:r>
          </a:p>
        </p:txBody>
      </p:sp>
      <p:sp>
        <p:nvSpPr>
          <p:cNvPr id="4" name="テキスト ボックス 3">
            <a:extLst>
              <a:ext uri="{FF2B5EF4-FFF2-40B4-BE49-F238E27FC236}">
                <a16:creationId xmlns:a16="http://schemas.microsoft.com/office/drawing/2014/main" id="{CFB4D4B6-42DD-781B-DBD0-522C3D55471E}"/>
              </a:ext>
            </a:extLst>
          </p:cNvPr>
          <p:cNvSpPr txBox="1"/>
          <p:nvPr/>
        </p:nvSpPr>
        <p:spPr>
          <a:xfrm>
            <a:off x="4975047" y="4071161"/>
            <a:ext cx="3057247" cy="523220"/>
          </a:xfrm>
          <a:prstGeom prst="rect">
            <a:avLst/>
          </a:prstGeom>
          <a:noFill/>
        </p:spPr>
        <p:txBody>
          <a:bodyPr wrap="none" rtlCol="0">
            <a:spAutoFit/>
          </a:bodyPr>
          <a:lstStyle/>
          <a:p>
            <a:pPr algn="ctr"/>
            <a:r>
              <a:rPr kumimoji="1" lang="ja-JP" altLang="en-US">
                <a:latin typeface="Tsukushi A Round Gothic Regular" panose="02020400000000000000" pitchFamily="18" charset="-128"/>
                <a:ea typeface="Tsukushi A Round Gothic Regular" panose="02020400000000000000" pitchFamily="18" charset="-128"/>
              </a:rPr>
              <a:t>デザインもう少し修正変更したい！</a:t>
            </a:r>
            <a:endParaRPr kumimoji="1" lang="en-US" altLang="ja-JP" dirty="0">
              <a:latin typeface="Tsukushi A Round Gothic Regular" panose="02020400000000000000" pitchFamily="18" charset="-128"/>
              <a:ea typeface="Tsukushi A Round Gothic Regular" panose="02020400000000000000" pitchFamily="18" charset="-128"/>
            </a:endParaRPr>
          </a:p>
          <a:p>
            <a:pPr algn="ctr"/>
            <a:r>
              <a:rPr kumimoji="1" lang="ja-JP" altLang="en-US">
                <a:latin typeface="Tsukushi A Round Gothic Regular" panose="02020400000000000000" pitchFamily="18" charset="-128"/>
                <a:ea typeface="Tsukushi A Round Gothic Regular" panose="02020400000000000000" pitchFamily="18" charset="-128"/>
              </a:rPr>
              <a:t>アドバイスください！</a:t>
            </a:r>
          </a:p>
        </p:txBody>
      </p:sp>
    </p:spTree>
    <p:extLst>
      <p:ext uri="{BB962C8B-B14F-4D97-AF65-F5344CB8AC3E}">
        <p14:creationId xmlns:p14="http://schemas.microsoft.com/office/powerpoint/2010/main" val="3040774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ja-JP" altLang="en-US" b="1">
                <a:latin typeface="Tsukushi A Round Gothic Bold" panose="02020400000000000000" pitchFamily="18" charset="-128"/>
                <a:ea typeface="Tsukushi A Round Gothic Bold" panose="02020400000000000000" pitchFamily="18" charset="-128"/>
              </a:rPr>
              <a:t>ページの構成</a:t>
            </a:r>
            <a:endParaRPr b="1" dirty="0">
              <a:latin typeface="Tsukushi A Round Gothic Bold" panose="02020400000000000000" pitchFamily="18" charset="-128"/>
              <a:ea typeface="Tsukushi A Round Gothic Bold" panose="02020400000000000000" pitchFamily="18" charset="-128"/>
            </a:endParaRPr>
          </a:p>
        </p:txBody>
      </p:sp>
      <p:cxnSp>
        <p:nvCxnSpPr>
          <p:cNvPr id="1292" name="Google Shape;1292;p53"/>
          <p:cNvCxnSpPr/>
          <p:nvPr/>
        </p:nvCxnSpPr>
        <p:spPr>
          <a:xfrm>
            <a:off x="2836968" y="1419828"/>
            <a:ext cx="6600" cy="3188100"/>
          </a:xfrm>
          <a:prstGeom prst="straightConnector1">
            <a:avLst/>
          </a:prstGeom>
          <a:noFill/>
          <a:ln w="38100" cap="flat" cmpd="sng">
            <a:solidFill>
              <a:schemeClr val="accent3"/>
            </a:solidFill>
            <a:prstDash val="solid"/>
            <a:round/>
            <a:headEnd type="none" w="med" len="med"/>
            <a:tailEnd type="none" w="med" len="med"/>
          </a:ln>
        </p:spPr>
      </p:cxnSp>
      <p:sp>
        <p:nvSpPr>
          <p:cNvPr id="1293" name="Google Shape;1293;p53"/>
          <p:cNvSpPr/>
          <p:nvPr/>
        </p:nvSpPr>
        <p:spPr>
          <a:xfrm>
            <a:off x="2629368" y="1691801"/>
            <a:ext cx="421800" cy="421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53"/>
          <p:cNvSpPr/>
          <p:nvPr/>
        </p:nvSpPr>
        <p:spPr>
          <a:xfrm>
            <a:off x="2629368" y="2802988"/>
            <a:ext cx="421800" cy="421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53"/>
          <p:cNvSpPr/>
          <p:nvPr/>
        </p:nvSpPr>
        <p:spPr>
          <a:xfrm>
            <a:off x="2629368" y="3914176"/>
            <a:ext cx="421800" cy="421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53"/>
          <p:cNvSpPr txBox="1"/>
          <p:nvPr/>
        </p:nvSpPr>
        <p:spPr>
          <a:xfrm>
            <a:off x="3212326" y="1809147"/>
            <a:ext cx="3231300" cy="46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JP" altLang="en-US">
                <a:solidFill>
                  <a:schemeClr val="accent2"/>
                </a:solidFill>
                <a:latin typeface="Tsukushi A Round Gothic Regular" panose="02020400000000000000" pitchFamily="18" charset="-128"/>
                <a:ea typeface="Tsukushi A Round Gothic Regular" panose="02020400000000000000" pitchFamily="18" charset="-128"/>
                <a:cs typeface="Questrial"/>
                <a:sym typeface="Questrial"/>
              </a:rPr>
              <a:t>生理についての基本的なことを知る</a:t>
            </a:r>
            <a:endParaRPr dirty="0">
              <a:solidFill>
                <a:schemeClr val="accent2"/>
              </a:solidFill>
              <a:latin typeface="Tsukushi A Round Gothic Regular" panose="02020400000000000000" pitchFamily="18" charset="-128"/>
              <a:ea typeface="Tsukushi A Round Gothic Regular" panose="02020400000000000000" pitchFamily="18" charset="-128"/>
              <a:cs typeface="Questrial"/>
              <a:sym typeface="Questrial"/>
            </a:endParaRPr>
          </a:p>
        </p:txBody>
      </p:sp>
      <p:sp>
        <p:nvSpPr>
          <p:cNvPr id="1297" name="Google Shape;1297;p53"/>
          <p:cNvSpPr txBox="1"/>
          <p:nvPr/>
        </p:nvSpPr>
        <p:spPr>
          <a:xfrm>
            <a:off x="3212326" y="1531045"/>
            <a:ext cx="1750500" cy="255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b="1" dirty="0" err="1">
                <a:solidFill>
                  <a:schemeClr val="accent2"/>
                </a:solidFill>
                <a:latin typeface="Tsukushi A Round Gothic Bold" panose="02020400000000000000" pitchFamily="18" charset="-128"/>
                <a:ea typeface="Tsukushi A Round Gothic Bold" panose="02020400000000000000" pitchFamily="18" charset="-128"/>
                <a:cs typeface="Paytone One"/>
                <a:sym typeface="Paytone One"/>
              </a:rPr>
              <a:t>TextBook</a:t>
            </a:r>
            <a:endParaRPr sz="2400" b="1" dirty="0">
              <a:solidFill>
                <a:schemeClr val="accent2"/>
              </a:solidFill>
              <a:latin typeface="Tsukushi A Round Gothic Bold" panose="02020400000000000000" pitchFamily="18" charset="-128"/>
              <a:ea typeface="Tsukushi A Round Gothic Bold" panose="02020400000000000000" pitchFamily="18" charset="-128"/>
              <a:cs typeface="Paytone One"/>
              <a:sym typeface="Paytone One"/>
            </a:endParaRPr>
          </a:p>
        </p:txBody>
      </p:sp>
      <p:sp>
        <p:nvSpPr>
          <p:cNvPr id="1298" name="Google Shape;1298;p53"/>
          <p:cNvSpPr txBox="1"/>
          <p:nvPr/>
        </p:nvSpPr>
        <p:spPr>
          <a:xfrm>
            <a:off x="3212326" y="4105352"/>
            <a:ext cx="3774154" cy="656235"/>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ja-JP" altLang="en-US">
                <a:solidFill>
                  <a:schemeClr val="accent2"/>
                </a:solidFill>
                <a:latin typeface="Questrial"/>
                <a:ea typeface="Questrial"/>
                <a:cs typeface="Questrial"/>
                <a:sym typeface="Questrial"/>
              </a:rPr>
              <a:t>全員共通ではない、生理のあるあるや悩みを解決できるようなコラムを掲載</a:t>
            </a:r>
            <a:endParaRPr dirty="0">
              <a:solidFill>
                <a:schemeClr val="accent2"/>
              </a:solidFill>
              <a:latin typeface="Questrial"/>
              <a:ea typeface="Questrial"/>
              <a:cs typeface="Questrial"/>
              <a:sym typeface="Questrial"/>
            </a:endParaRPr>
          </a:p>
        </p:txBody>
      </p:sp>
      <p:sp>
        <p:nvSpPr>
          <p:cNvPr id="1299" name="Google Shape;1299;p53"/>
          <p:cNvSpPr txBox="1"/>
          <p:nvPr/>
        </p:nvSpPr>
        <p:spPr>
          <a:xfrm>
            <a:off x="3212326" y="3753417"/>
            <a:ext cx="1750500" cy="255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JP" sz="2400" b="1" dirty="0">
                <a:solidFill>
                  <a:schemeClr val="accent2"/>
                </a:solidFill>
                <a:latin typeface="Tsukushi A Round Gothic Bold" panose="02020400000000000000" pitchFamily="18" charset="-128"/>
                <a:ea typeface="Tsukushi A Round Gothic Bold" panose="02020400000000000000" pitchFamily="18" charset="-128"/>
                <a:cs typeface="Paytone One"/>
                <a:sym typeface="Paytone One"/>
              </a:rPr>
              <a:t>Lounge</a:t>
            </a:r>
            <a:endParaRPr sz="2400" b="1" dirty="0">
              <a:solidFill>
                <a:schemeClr val="accent2"/>
              </a:solidFill>
              <a:latin typeface="Tsukushi A Round Gothic Bold" panose="02020400000000000000" pitchFamily="18" charset="-128"/>
              <a:ea typeface="Tsukushi A Round Gothic Bold" panose="02020400000000000000" pitchFamily="18" charset="-128"/>
              <a:cs typeface="Paytone One"/>
              <a:sym typeface="Paytone One"/>
            </a:endParaRPr>
          </a:p>
        </p:txBody>
      </p:sp>
      <p:sp>
        <p:nvSpPr>
          <p:cNvPr id="1301" name="Google Shape;1301;p53"/>
          <p:cNvSpPr txBox="1"/>
          <p:nvPr/>
        </p:nvSpPr>
        <p:spPr>
          <a:xfrm flipH="1">
            <a:off x="3631793" y="2571750"/>
            <a:ext cx="2260398" cy="24508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altLang="ja-JP" sz="2400" b="1" dirty="0">
                <a:solidFill>
                  <a:schemeClr val="accent2"/>
                </a:solidFill>
                <a:latin typeface="Tsukushi A Round Gothic Bold" panose="02020400000000000000" pitchFamily="18" charset="-128"/>
                <a:ea typeface="Tsukushi A Round Gothic Bold" panose="02020400000000000000" pitchFamily="18" charset="-128"/>
                <a:cs typeface="Paytone One"/>
                <a:sym typeface="Paytone One"/>
              </a:rPr>
              <a:t>My </a:t>
            </a:r>
            <a:r>
              <a:rPr lang="ja-JP" altLang="en-US" sz="2400" b="1">
                <a:solidFill>
                  <a:schemeClr val="accent2"/>
                </a:solidFill>
                <a:latin typeface="Tsukushi A Round Gothic Bold" panose="02020400000000000000" pitchFamily="18" charset="-128"/>
                <a:ea typeface="Tsukushi A Round Gothic Bold" panose="02020400000000000000" pitchFamily="18" charset="-128"/>
                <a:cs typeface="Paytone One"/>
                <a:sym typeface="Paytone One"/>
              </a:rPr>
              <a:t>教科書</a:t>
            </a:r>
            <a:endParaRPr sz="2400" b="1" dirty="0">
              <a:solidFill>
                <a:schemeClr val="accent2"/>
              </a:solidFill>
              <a:latin typeface="Tsukushi A Round Gothic Bold" panose="02020400000000000000" pitchFamily="18" charset="-128"/>
              <a:ea typeface="Tsukushi A Round Gothic Bold" panose="02020400000000000000" pitchFamily="18" charset="-128"/>
              <a:cs typeface="Paytone One"/>
              <a:sym typeface="Paytone One"/>
            </a:endParaRPr>
          </a:p>
        </p:txBody>
      </p:sp>
      <p:sp>
        <p:nvSpPr>
          <p:cNvPr id="1302" name="Google Shape;1302;p53"/>
          <p:cNvSpPr txBox="1">
            <a:spLocks noGrp="1"/>
          </p:cNvSpPr>
          <p:nvPr>
            <p:ph type="title" idx="4294967295"/>
          </p:nvPr>
        </p:nvSpPr>
        <p:spPr>
          <a:xfrm>
            <a:off x="2271582" y="1782400"/>
            <a:ext cx="831600" cy="255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400" b="1" dirty="0">
                <a:latin typeface="Tsukushi A Round Gothic Bold" panose="02020400000000000000" pitchFamily="18" charset="-128"/>
                <a:ea typeface="Tsukushi A Round Gothic Bold" panose="02020400000000000000" pitchFamily="18" charset="-128"/>
              </a:rPr>
              <a:t>01.</a:t>
            </a:r>
            <a:endParaRPr sz="2400" b="1" dirty="0">
              <a:latin typeface="Tsukushi A Round Gothic Bold" panose="02020400000000000000" pitchFamily="18" charset="-128"/>
              <a:ea typeface="Tsukushi A Round Gothic Bold" panose="02020400000000000000" pitchFamily="18" charset="-128"/>
            </a:endParaRPr>
          </a:p>
        </p:txBody>
      </p:sp>
      <p:sp>
        <p:nvSpPr>
          <p:cNvPr id="1303" name="Google Shape;1303;p53"/>
          <p:cNvSpPr txBox="1">
            <a:spLocks noGrp="1"/>
          </p:cNvSpPr>
          <p:nvPr>
            <p:ph type="title" idx="4294967295"/>
          </p:nvPr>
        </p:nvSpPr>
        <p:spPr>
          <a:xfrm>
            <a:off x="2670128" y="2887300"/>
            <a:ext cx="831600" cy="25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b="1" dirty="0">
                <a:latin typeface="Tsukushi A Round Gothic Bold" panose="02020400000000000000" pitchFamily="18" charset="-128"/>
                <a:ea typeface="Tsukushi A Round Gothic Bold" panose="02020400000000000000" pitchFamily="18" charset="-128"/>
              </a:rPr>
              <a:t>02.</a:t>
            </a:r>
            <a:endParaRPr sz="2400" b="1" dirty="0">
              <a:latin typeface="Tsukushi A Round Gothic Bold" panose="02020400000000000000" pitchFamily="18" charset="-128"/>
              <a:ea typeface="Tsukushi A Round Gothic Bold" panose="02020400000000000000" pitchFamily="18" charset="-128"/>
            </a:endParaRPr>
          </a:p>
        </p:txBody>
      </p:sp>
      <p:sp>
        <p:nvSpPr>
          <p:cNvPr id="1304" name="Google Shape;1304;p53"/>
          <p:cNvSpPr txBox="1">
            <a:spLocks noGrp="1"/>
          </p:cNvSpPr>
          <p:nvPr>
            <p:ph type="title" idx="4294967295"/>
          </p:nvPr>
        </p:nvSpPr>
        <p:spPr>
          <a:xfrm>
            <a:off x="2271582" y="3997101"/>
            <a:ext cx="831600" cy="2559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400" b="1" dirty="0">
                <a:latin typeface="Tsukushi A Round Gothic Bold" panose="02020400000000000000" pitchFamily="18" charset="-128"/>
                <a:ea typeface="Tsukushi A Round Gothic Bold" panose="02020400000000000000" pitchFamily="18" charset="-128"/>
              </a:rPr>
              <a:t>03.</a:t>
            </a:r>
            <a:endParaRPr sz="2400" b="1" dirty="0">
              <a:latin typeface="Tsukushi A Round Gothic Bold" panose="02020400000000000000" pitchFamily="18" charset="-128"/>
              <a:ea typeface="Tsukushi A Round Gothic Bold" panose="02020400000000000000" pitchFamily="18" charset="-128"/>
            </a:endParaRPr>
          </a:p>
        </p:txBody>
      </p:sp>
      <p:sp>
        <p:nvSpPr>
          <p:cNvPr id="2" name="Google Shape;1296;p53">
            <a:extLst>
              <a:ext uri="{FF2B5EF4-FFF2-40B4-BE49-F238E27FC236}">
                <a16:creationId xmlns:a16="http://schemas.microsoft.com/office/drawing/2014/main" id="{A1FC992F-66CF-C3DD-0E9C-96735F037EBD}"/>
              </a:ext>
            </a:extLst>
          </p:cNvPr>
          <p:cNvSpPr txBox="1"/>
          <p:nvPr/>
        </p:nvSpPr>
        <p:spPr>
          <a:xfrm>
            <a:off x="3626908" y="2845630"/>
            <a:ext cx="3693206" cy="46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JP" altLang="en-US">
                <a:solidFill>
                  <a:schemeClr val="accent2"/>
                </a:solidFill>
                <a:latin typeface="Tsukushi A Round Gothic Regular" panose="02020400000000000000" pitchFamily="18" charset="-128"/>
                <a:ea typeface="Tsukushi A Round Gothic Regular" panose="02020400000000000000" pitchFamily="18" charset="-128"/>
                <a:cs typeface="Questrial"/>
                <a:sym typeface="Questrial"/>
              </a:rPr>
              <a:t>自分の生理やその悩みを</a:t>
            </a:r>
            <a:r>
              <a:rPr lang="en-US" altLang="ja-JP" dirty="0">
                <a:solidFill>
                  <a:schemeClr val="accent2"/>
                </a:solidFill>
                <a:latin typeface="Tsukushi A Round Gothic Regular" panose="02020400000000000000" pitchFamily="18" charset="-128"/>
                <a:ea typeface="Tsukushi A Round Gothic Regular" panose="02020400000000000000" pitchFamily="18" charset="-128"/>
                <a:cs typeface="Questrial"/>
                <a:sym typeface="Questrial"/>
              </a:rPr>
              <a:t>LINE</a:t>
            </a:r>
            <a:r>
              <a:rPr lang="ja-JP" altLang="en-US">
                <a:solidFill>
                  <a:schemeClr val="accent2"/>
                </a:solidFill>
                <a:latin typeface="Tsukushi A Round Gothic Regular" panose="02020400000000000000" pitchFamily="18" charset="-128"/>
                <a:ea typeface="Tsukushi A Round Gothic Regular" panose="02020400000000000000" pitchFamily="18" charset="-128"/>
                <a:cs typeface="Questrial"/>
                <a:sym typeface="Questrial"/>
              </a:rPr>
              <a:t>で共有できる</a:t>
            </a:r>
            <a:endParaRPr dirty="0">
              <a:solidFill>
                <a:schemeClr val="accent2"/>
              </a:solidFill>
              <a:latin typeface="Tsukushi A Round Gothic Regular" panose="02020400000000000000" pitchFamily="18" charset="-128"/>
              <a:ea typeface="Tsukushi A Round Gothic Regular" panose="02020400000000000000" pitchFamily="18" charset="-128"/>
              <a:cs typeface="Questrial"/>
              <a:sym typeface="Questrial"/>
            </a:endParaRPr>
          </a:p>
        </p:txBody>
      </p:sp>
    </p:spTree>
    <p:extLst>
      <p:ext uri="{BB962C8B-B14F-4D97-AF65-F5344CB8AC3E}">
        <p14:creationId xmlns:p14="http://schemas.microsoft.com/office/powerpoint/2010/main" val="852991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pic>
        <p:nvPicPr>
          <p:cNvPr id="3" name="図 2">
            <a:extLst>
              <a:ext uri="{FF2B5EF4-FFF2-40B4-BE49-F238E27FC236}">
                <a16:creationId xmlns:a16="http://schemas.microsoft.com/office/drawing/2014/main" id="{6A4BD05B-082D-64E7-5B91-EA5104B4E696}"/>
              </a:ext>
            </a:extLst>
          </p:cNvPr>
          <p:cNvPicPr>
            <a:picLocks noChangeAspect="1"/>
          </p:cNvPicPr>
          <p:nvPr/>
        </p:nvPicPr>
        <p:blipFill>
          <a:blip r:embed="rId3"/>
          <a:stretch>
            <a:fillRect/>
          </a:stretch>
        </p:blipFill>
        <p:spPr>
          <a:xfrm>
            <a:off x="4229100" y="443533"/>
            <a:ext cx="4331768" cy="4256433"/>
          </a:xfrm>
          <a:prstGeom prst="rect">
            <a:avLst/>
          </a:prstGeom>
        </p:spPr>
      </p:pic>
      <p:sp>
        <p:nvSpPr>
          <p:cNvPr id="2" name="テキスト ボックス 1">
            <a:extLst>
              <a:ext uri="{FF2B5EF4-FFF2-40B4-BE49-F238E27FC236}">
                <a16:creationId xmlns:a16="http://schemas.microsoft.com/office/drawing/2014/main" id="{AE089437-B0E6-EA60-6AF3-BBF5743B67D8}"/>
              </a:ext>
            </a:extLst>
          </p:cNvPr>
          <p:cNvSpPr txBox="1"/>
          <p:nvPr/>
        </p:nvSpPr>
        <p:spPr>
          <a:xfrm>
            <a:off x="542590" y="1293496"/>
            <a:ext cx="1314784" cy="400110"/>
          </a:xfrm>
          <a:prstGeom prst="rect">
            <a:avLst/>
          </a:prstGeom>
          <a:noFill/>
        </p:spPr>
        <p:txBody>
          <a:bodyPr wrap="none" rtlCol="0">
            <a:spAutoFit/>
          </a:bodyPr>
          <a:lstStyle/>
          <a:p>
            <a:r>
              <a:rPr kumimoji="1" lang="en-US" altLang="ja-JP" sz="2000" b="1" dirty="0">
                <a:solidFill>
                  <a:schemeClr val="accent2"/>
                </a:solidFill>
                <a:latin typeface="Tsukushi A Round Gothic Bold" panose="02020400000000000000" pitchFamily="18" charset="-128"/>
                <a:ea typeface="Tsukushi A Round Gothic Bold" panose="02020400000000000000" pitchFamily="18" charset="-128"/>
              </a:rPr>
              <a:t>Textbook</a:t>
            </a:r>
            <a:endParaRPr kumimoji="1" lang="ja-JP" altLang="en-US" sz="2000" b="1">
              <a:solidFill>
                <a:schemeClr val="accent2"/>
              </a:solidFill>
              <a:latin typeface="Tsukushi A Round Gothic Bold" panose="02020400000000000000" pitchFamily="18" charset="-128"/>
              <a:ea typeface="Tsukushi A Round Gothic Bold" panose="02020400000000000000" pitchFamily="18" charset="-128"/>
            </a:endParaRPr>
          </a:p>
        </p:txBody>
      </p:sp>
      <p:sp>
        <p:nvSpPr>
          <p:cNvPr id="4" name="テキスト ボックス 3">
            <a:extLst>
              <a:ext uri="{FF2B5EF4-FFF2-40B4-BE49-F238E27FC236}">
                <a16:creationId xmlns:a16="http://schemas.microsoft.com/office/drawing/2014/main" id="{911D1749-6EAA-0C15-5EB5-15A118CEC3E1}"/>
              </a:ext>
            </a:extLst>
          </p:cNvPr>
          <p:cNvSpPr txBox="1"/>
          <p:nvPr/>
        </p:nvSpPr>
        <p:spPr>
          <a:xfrm>
            <a:off x="542590" y="2133047"/>
            <a:ext cx="3057247" cy="307777"/>
          </a:xfrm>
          <a:prstGeom prst="rect">
            <a:avLst/>
          </a:prstGeom>
          <a:noFill/>
        </p:spPr>
        <p:txBody>
          <a:bodyPr wrap="none" rtlCol="0">
            <a:spAutoFit/>
          </a:bodyPr>
          <a:lstStyle/>
          <a:p>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生理についての基本的なことを知る</a:t>
            </a:r>
          </a:p>
        </p:txBody>
      </p:sp>
      <p:sp>
        <p:nvSpPr>
          <p:cNvPr id="5" name="テキスト ボックス 4">
            <a:extLst>
              <a:ext uri="{FF2B5EF4-FFF2-40B4-BE49-F238E27FC236}">
                <a16:creationId xmlns:a16="http://schemas.microsoft.com/office/drawing/2014/main" id="{511ABBA7-6240-5C19-4BB3-EDC8CCE1DF2A}"/>
              </a:ext>
            </a:extLst>
          </p:cNvPr>
          <p:cNvSpPr txBox="1"/>
          <p:nvPr/>
        </p:nvSpPr>
        <p:spPr>
          <a:xfrm>
            <a:off x="94635" y="3296006"/>
            <a:ext cx="4134465" cy="307777"/>
          </a:xfrm>
          <a:prstGeom prst="rect">
            <a:avLst/>
          </a:prstGeom>
          <a:noFill/>
        </p:spPr>
        <p:txBody>
          <a:bodyPr wrap="none" rtlCol="0">
            <a:spAutoFit/>
          </a:bodyPr>
          <a:lstStyle/>
          <a:p>
            <a:r>
              <a:rPr kumimoji="1" lang="ja-JP" altLang="en-US">
                <a:latin typeface="Tsukushi A Round Gothic Regular" panose="02020400000000000000" pitchFamily="18" charset="-128"/>
                <a:ea typeface="Tsukushi A Round Gothic Regular" panose="02020400000000000000" pitchFamily="18" charset="-128"/>
              </a:rPr>
              <a:t>大きく分けて３つの項目に分けて</a:t>
            </a:r>
            <a:r>
              <a:rPr kumimoji="1" lang="en-US" altLang="ja-JP" dirty="0">
                <a:latin typeface="Tsukushi A Round Gothic Regular" panose="02020400000000000000" pitchFamily="18" charset="-128"/>
                <a:ea typeface="Tsukushi A Round Gothic Regular" panose="02020400000000000000" pitchFamily="18" charset="-128"/>
              </a:rPr>
              <a:t>『</a:t>
            </a:r>
            <a:r>
              <a:rPr kumimoji="1" lang="ja-JP" altLang="en-US">
                <a:latin typeface="Tsukushi A Round Gothic Regular" panose="02020400000000000000" pitchFamily="18" charset="-128"/>
                <a:ea typeface="Tsukushi A Round Gothic Regular" panose="02020400000000000000" pitchFamily="18" charset="-128"/>
              </a:rPr>
              <a:t>生理</a:t>
            </a:r>
            <a:r>
              <a:rPr kumimoji="1" lang="en-US" altLang="ja-JP" dirty="0">
                <a:latin typeface="Tsukushi A Round Gothic Regular" panose="02020400000000000000" pitchFamily="18" charset="-128"/>
                <a:ea typeface="Tsukushi A Round Gothic Regular" panose="02020400000000000000" pitchFamily="18" charset="-128"/>
              </a:rPr>
              <a:t>』</a:t>
            </a:r>
            <a:r>
              <a:rPr kumimoji="1" lang="ja-JP" altLang="en-US">
                <a:latin typeface="Tsukushi A Round Gothic Regular" panose="02020400000000000000" pitchFamily="18" charset="-128"/>
                <a:ea typeface="Tsukushi A Round Gothic Regular" panose="02020400000000000000" pitchFamily="18" charset="-128"/>
              </a:rPr>
              <a:t>を説明</a:t>
            </a:r>
          </a:p>
        </p:txBody>
      </p:sp>
      <p:sp>
        <p:nvSpPr>
          <p:cNvPr id="6" name="テキスト ボックス 5">
            <a:extLst>
              <a:ext uri="{FF2B5EF4-FFF2-40B4-BE49-F238E27FC236}">
                <a16:creationId xmlns:a16="http://schemas.microsoft.com/office/drawing/2014/main" id="{81CABB87-0C8A-FDBA-AF0E-34BB164E296A}"/>
              </a:ext>
            </a:extLst>
          </p:cNvPr>
          <p:cNvSpPr txBox="1"/>
          <p:nvPr/>
        </p:nvSpPr>
        <p:spPr>
          <a:xfrm>
            <a:off x="1752339" y="3603783"/>
            <a:ext cx="1441420" cy="738664"/>
          </a:xfrm>
          <a:prstGeom prst="rect">
            <a:avLst/>
          </a:prstGeom>
          <a:noFill/>
        </p:spPr>
        <p:txBody>
          <a:bodyPr wrap="none" rtlCol="0">
            <a:spAutoFit/>
          </a:bodyPr>
          <a:lstStyle/>
          <a:p>
            <a:r>
              <a:rPr kumimoji="1" lang="ja-JP" altLang="en-US">
                <a:latin typeface="Tsukushi A Round Gothic Regular" panose="02020400000000000000" pitchFamily="18" charset="-128"/>
                <a:ea typeface="Tsukushi A Round Gothic Regular" panose="02020400000000000000" pitchFamily="18" charset="-128"/>
              </a:rPr>
              <a:t>・身体と生理</a:t>
            </a:r>
            <a:endParaRPr kumimoji="1" lang="en-US" altLang="ja-JP" dirty="0">
              <a:latin typeface="Tsukushi A Round Gothic Regular" panose="02020400000000000000" pitchFamily="18" charset="-128"/>
              <a:ea typeface="Tsukushi A Round Gothic Regular" panose="02020400000000000000" pitchFamily="18" charset="-128"/>
            </a:endParaRPr>
          </a:p>
          <a:p>
            <a:r>
              <a:rPr kumimoji="1" lang="ja-JP" altLang="en-US">
                <a:latin typeface="Tsukushi A Round Gothic Regular" panose="02020400000000000000" pitchFamily="18" charset="-128"/>
                <a:ea typeface="Tsukushi A Round Gothic Regular" panose="02020400000000000000" pitchFamily="18" charset="-128"/>
              </a:rPr>
              <a:t>・生理について</a:t>
            </a:r>
            <a:endParaRPr kumimoji="1" lang="en-US" altLang="ja-JP" dirty="0">
              <a:latin typeface="Tsukushi A Round Gothic Regular" panose="02020400000000000000" pitchFamily="18" charset="-128"/>
              <a:ea typeface="Tsukushi A Round Gothic Regular" panose="02020400000000000000" pitchFamily="18" charset="-128"/>
            </a:endParaRPr>
          </a:p>
          <a:p>
            <a:r>
              <a:rPr kumimoji="1" lang="ja-JP" altLang="en-US">
                <a:latin typeface="Tsukushi A Round Gothic Regular" panose="02020400000000000000" pitchFamily="18" charset="-128"/>
                <a:ea typeface="Tsukushi A Round Gothic Regular" panose="02020400000000000000" pitchFamily="18" charset="-128"/>
              </a:rPr>
              <a:t>・生理痛と不調</a:t>
            </a:r>
          </a:p>
        </p:txBody>
      </p:sp>
      <p:sp>
        <p:nvSpPr>
          <p:cNvPr id="7" name="テキスト ボックス 6">
            <a:extLst>
              <a:ext uri="{FF2B5EF4-FFF2-40B4-BE49-F238E27FC236}">
                <a16:creationId xmlns:a16="http://schemas.microsoft.com/office/drawing/2014/main" id="{92894BAE-8D0F-15AC-A15B-478B59D84B30}"/>
              </a:ext>
            </a:extLst>
          </p:cNvPr>
          <p:cNvSpPr txBox="1"/>
          <p:nvPr/>
        </p:nvSpPr>
        <p:spPr>
          <a:xfrm>
            <a:off x="1421921" y="4666235"/>
            <a:ext cx="2807179" cy="307777"/>
          </a:xfrm>
          <a:prstGeom prst="rect">
            <a:avLst/>
          </a:prstGeom>
          <a:noFill/>
        </p:spPr>
        <p:txBody>
          <a:bodyPr wrap="none" rtlCol="0">
            <a:spAutoFit/>
          </a:bodyPr>
          <a:lstStyle/>
          <a:p>
            <a:r>
              <a:rPr kumimoji="1" lang="en-US" altLang="ja-JP" dirty="0">
                <a:latin typeface="Tsukushi A Round Gothic Regular" panose="02020400000000000000" pitchFamily="18" charset="-128"/>
                <a:ea typeface="Tsukushi A Round Gothic Regular" panose="02020400000000000000" pitchFamily="18" charset="-128"/>
              </a:rPr>
              <a:t>My</a:t>
            </a:r>
            <a:r>
              <a:rPr kumimoji="1" lang="ja-JP" altLang="en-US">
                <a:latin typeface="Tsukushi A Round Gothic Regular" panose="02020400000000000000" pitchFamily="18" charset="-128"/>
                <a:ea typeface="Tsukushi A Round Gothic Regular" panose="02020400000000000000" pitchFamily="18" charset="-128"/>
              </a:rPr>
              <a:t>教科書に繋がるボタンも設置</a:t>
            </a:r>
          </a:p>
        </p:txBody>
      </p:sp>
    </p:spTree>
    <p:extLst>
      <p:ext uri="{BB962C8B-B14F-4D97-AF65-F5344CB8AC3E}">
        <p14:creationId xmlns:p14="http://schemas.microsoft.com/office/powerpoint/2010/main" val="2373826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E089437-B0E6-EA60-6AF3-BBF5743B67D8}"/>
              </a:ext>
            </a:extLst>
          </p:cNvPr>
          <p:cNvSpPr txBox="1"/>
          <p:nvPr/>
        </p:nvSpPr>
        <p:spPr>
          <a:xfrm>
            <a:off x="542590" y="1293496"/>
            <a:ext cx="1324402" cy="400110"/>
          </a:xfrm>
          <a:prstGeom prst="rect">
            <a:avLst/>
          </a:prstGeom>
          <a:noFill/>
        </p:spPr>
        <p:txBody>
          <a:bodyPr wrap="none" rtlCol="0">
            <a:spAutoFit/>
          </a:bodyPr>
          <a:lstStyle/>
          <a:p>
            <a:r>
              <a:rPr kumimoji="1" lang="en-US" altLang="ja-JP" sz="2000" b="1" dirty="0">
                <a:solidFill>
                  <a:schemeClr val="accent2"/>
                </a:solidFill>
                <a:latin typeface="Tsukushi A Round Gothic Bold" panose="02020400000000000000" pitchFamily="18" charset="-128"/>
                <a:ea typeface="Tsukushi A Round Gothic Bold" panose="02020400000000000000" pitchFamily="18" charset="-128"/>
              </a:rPr>
              <a:t>My</a:t>
            </a:r>
            <a:r>
              <a:rPr kumimoji="1" lang="ja-JP" altLang="en-US" sz="2000" b="1">
                <a:solidFill>
                  <a:schemeClr val="accent2"/>
                </a:solidFill>
                <a:latin typeface="Tsukushi A Round Gothic Bold" panose="02020400000000000000" pitchFamily="18" charset="-128"/>
                <a:ea typeface="Tsukushi A Round Gothic Bold" panose="02020400000000000000" pitchFamily="18" charset="-128"/>
              </a:rPr>
              <a:t>教科書</a:t>
            </a:r>
          </a:p>
        </p:txBody>
      </p:sp>
      <p:sp>
        <p:nvSpPr>
          <p:cNvPr id="4" name="テキスト ボックス 3">
            <a:extLst>
              <a:ext uri="{FF2B5EF4-FFF2-40B4-BE49-F238E27FC236}">
                <a16:creationId xmlns:a16="http://schemas.microsoft.com/office/drawing/2014/main" id="{911D1749-6EAA-0C15-5EB5-15A118CEC3E1}"/>
              </a:ext>
            </a:extLst>
          </p:cNvPr>
          <p:cNvSpPr txBox="1"/>
          <p:nvPr/>
        </p:nvSpPr>
        <p:spPr>
          <a:xfrm>
            <a:off x="542590" y="2133047"/>
            <a:ext cx="3268844" cy="307777"/>
          </a:xfrm>
          <a:prstGeom prst="rect">
            <a:avLst/>
          </a:prstGeom>
          <a:noFill/>
        </p:spPr>
        <p:txBody>
          <a:bodyPr wrap="none" rtlCol="0">
            <a:spAutoFit/>
          </a:bodyPr>
          <a:lstStyle/>
          <a:p>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自分の生理や悩みを</a:t>
            </a:r>
            <a:r>
              <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rPr>
              <a:t>LINE</a:t>
            </a: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で共有できる</a:t>
            </a:r>
          </a:p>
        </p:txBody>
      </p:sp>
      <p:sp>
        <p:nvSpPr>
          <p:cNvPr id="5" name="テキスト ボックス 4">
            <a:extLst>
              <a:ext uri="{FF2B5EF4-FFF2-40B4-BE49-F238E27FC236}">
                <a16:creationId xmlns:a16="http://schemas.microsoft.com/office/drawing/2014/main" id="{511ABBA7-6240-5C19-4BB3-EDC8CCE1DF2A}"/>
              </a:ext>
            </a:extLst>
          </p:cNvPr>
          <p:cNvSpPr txBox="1"/>
          <p:nvPr/>
        </p:nvSpPr>
        <p:spPr>
          <a:xfrm>
            <a:off x="1835239" y="3937773"/>
            <a:ext cx="2877711" cy="738664"/>
          </a:xfrm>
          <a:prstGeom prst="rect">
            <a:avLst/>
          </a:prstGeom>
          <a:noFill/>
        </p:spPr>
        <p:txBody>
          <a:bodyPr wrap="none" rtlCol="0">
            <a:spAutoFit/>
          </a:bodyPr>
          <a:lstStyle/>
          <a:p>
            <a:r>
              <a:rPr kumimoji="1" lang="ja-JP" altLang="en-US">
                <a:latin typeface="Tsukushi A Round Gothic Regular" panose="02020400000000000000" pitchFamily="18" charset="-128"/>
                <a:ea typeface="Tsukushi A Round Gothic Regular" panose="02020400000000000000" pitchFamily="18" charset="-128"/>
              </a:rPr>
              <a:t>モーダルウィンドウで表示</a:t>
            </a:r>
            <a:endParaRPr kumimoji="1" lang="en-US" altLang="ja-JP" dirty="0">
              <a:latin typeface="Tsukushi A Round Gothic Regular" panose="02020400000000000000" pitchFamily="18" charset="-128"/>
              <a:ea typeface="Tsukushi A Round Gothic Regular" panose="02020400000000000000" pitchFamily="18" charset="-128"/>
            </a:endParaRPr>
          </a:p>
          <a:p>
            <a:endParaRPr kumimoji="1" lang="en-US" altLang="ja-JP" dirty="0">
              <a:latin typeface="Tsukushi A Round Gothic Regular" panose="02020400000000000000" pitchFamily="18" charset="-128"/>
              <a:ea typeface="Tsukushi A Round Gothic Regular" panose="02020400000000000000" pitchFamily="18" charset="-128"/>
            </a:endParaRPr>
          </a:p>
          <a:p>
            <a:r>
              <a:rPr kumimoji="1" lang="ja-JP" altLang="en-US">
                <a:latin typeface="Tsukushi A Round Gothic Regular" panose="02020400000000000000" pitchFamily="18" charset="-128"/>
                <a:ea typeface="Tsukushi A Round Gothic Regular" panose="02020400000000000000" pitchFamily="18" charset="-128"/>
              </a:rPr>
              <a:t>４つの例文を見ながら文章を作成</a:t>
            </a:r>
          </a:p>
        </p:txBody>
      </p:sp>
      <p:pic>
        <p:nvPicPr>
          <p:cNvPr id="9" name="図 8">
            <a:extLst>
              <a:ext uri="{FF2B5EF4-FFF2-40B4-BE49-F238E27FC236}">
                <a16:creationId xmlns:a16="http://schemas.microsoft.com/office/drawing/2014/main" id="{33FCF8AA-3BCD-2C0C-011B-35259DA67514}"/>
              </a:ext>
            </a:extLst>
          </p:cNvPr>
          <p:cNvPicPr>
            <a:picLocks noChangeAspect="1"/>
          </p:cNvPicPr>
          <p:nvPr/>
        </p:nvPicPr>
        <p:blipFill>
          <a:blip r:embed="rId3"/>
          <a:stretch>
            <a:fillRect/>
          </a:stretch>
        </p:blipFill>
        <p:spPr>
          <a:xfrm>
            <a:off x="4174341" y="159239"/>
            <a:ext cx="4796563" cy="3708425"/>
          </a:xfrm>
          <a:prstGeom prst="rect">
            <a:avLst/>
          </a:prstGeom>
        </p:spPr>
      </p:pic>
    </p:spTree>
    <p:extLst>
      <p:ext uri="{BB962C8B-B14F-4D97-AF65-F5344CB8AC3E}">
        <p14:creationId xmlns:p14="http://schemas.microsoft.com/office/powerpoint/2010/main" val="4209710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E089437-B0E6-EA60-6AF3-BBF5743B67D8}"/>
              </a:ext>
            </a:extLst>
          </p:cNvPr>
          <p:cNvSpPr txBox="1"/>
          <p:nvPr/>
        </p:nvSpPr>
        <p:spPr>
          <a:xfrm>
            <a:off x="542590" y="1293496"/>
            <a:ext cx="1064715" cy="400110"/>
          </a:xfrm>
          <a:prstGeom prst="rect">
            <a:avLst/>
          </a:prstGeom>
          <a:noFill/>
        </p:spPr>
        <p:txBody>
          <a:bodyPr wrap="none" rtlCol="0">
            <a:spAutoFit/>
          </a:bodyPr>
          <a:lstStyle/>
          <a:p>
            <a:r>
              <a:rPr kumimoji="1" lang="en-US" altLang="ja-JP" sz="2000" b="1" dirty="0">
                <a:solidFill>
                  <a:schemeClr val="accent2"/>
                </a:solidFill>
                <a:latin typeface="Tsukushi A Round Gothic Bold" panose="02020400000000000000" pitchFamily="18" charset="-128"/>
                <a:ea typeface="Tsukushi A Round Gothic Bold" panose="02020400000000000000" pitchFamily="18" charset="-128"/>
              </a:rPr>
              <a:t>Lounge</a:t>
            </a:r>
            <a:endParaRPr kumimoji="1" lang="ja-JP" altLang="en-US" sz="2000" b="1">
              <a:solidFill>
                <a:schemeClr val="accent2"/>
              </a:solidFill>
              <a:latin typeface="Tsukushi A Round Gothic Bold" panose="02020400000000000000" pitchFamily="18" charset="-128"/>
              <a:ea typeface="Tsukushi A Round Gothic Bold" panose="02020400000000000000" pitchFamily="18" charset="-128"/>
            </a:endParaRPr>
          </a:p>
        </p:txBody>
      </p:sp>
      <p:sp>
        <p:nvSpPr>
          <p:cNvPr id="4" name="テキスト ボックス 3">
            <a:extLst>
              <a:ext uri="{FF2B5EF4-FFF2-40B4-BE49-F238E27FC236}">
                <a16:creationId xmlns:a16="http://schemas.microsoft.com/office/drawing/2014/main" id="{911D1749-6EAA-0C15-5EB5-15A118CEC3E1}"/>
              </a:ext>
            </a:extLst>
          </p:cNvPr>
          <p:cNvSpPr txBox="1"/>
          <p:nvPr/>
        </p:nvSpPr>
        <p:spPr>
          <a:xfrm>
            <a:off x="542590" y="2133047"/>
            <a:ext cx="3416320" cy="523220"/>
          </a:xfrm>
          <a:prstGeom prst="rect">
            <a:avLst/>
          </a:prstGeom>
          <a:noFill/>
        </p:spPr>
        <p:txBody>
          <a:bodyPr wrap="none" rtlCol="0">
            <a:spAutoFit/>
          </a:bodyPr>
          <a:lstStyle/>
          <a:p>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全員共通ではない、生理のあるあるや、</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悩みを解決できるようなをコラムを掲載</a:t>
            </a:r>
          </a:p>
        </p:txBody>
      </p:sp>
      <p:sp>
        <p:nvSpPr>
          <p:cNvPr id="5" name="テキスト ボックス 4">
            <a:extLst>
              <a:ext uri="{FF2B5EF4-FFF2-40B4-BE49-F238E27FC236}">
                <a16:creationId xmlns:a16="http://schemas.microsoft.com/office/drawing/2014/main" id="{511ABBA7-6240-5C19-4BB3-EDC8CCE1DF2A}"/>
              </a:ext>
            </a:extLst>
          </p:cNvPr>
          <p:cNvSpPr txBox="1"/>
          <p:nvPr/>
        </p:nvSpPr>
        <p:spPr>
          <a:xfrm>
            <a:off x="1785941" y="3808427"/>
            <a:ext cx="3416320" cy="954107"/>
          </a:xfrm>
          <a:prstGeom prst="rect">
            <a:avLst/>
          </a:prstGeom>
          <a:noFill/>
        </p:spPr>
        <p:txBody>
          <a:bodyPr wrap="none" rtlCol="0">
            <a:spAutoFit/>
          </a:bodyPr>
          <a:lstStyle/>
          <a:p>
            <a:r>
              <a:rPr kumimoji="1" lang="ja-JP" altLang="en-US">
                <a:latin typeface="Tsukushi A Round Gothic Regular" panose="02020400000000000000" pitchFamily="18" charset="-128"/>
                <a:ea typeface="Tsukushi A Round Gothic Regular" panose="02020400000000000000" pitchFamily="18" charset="-128"/>
              </a:rPr>
              <a:t>現在</a:t>
            </a:r>
            <a:r>
              <a:rPr kumimoji="1" lang="en-US" altLang="ja-JP" dirty="0">
                <a:latin typeface="Tsukushi A Round Gothic Regular" panose="02020400000000000000" pitchFamily="18" charset="-128"/>
                <a:ea typeface="Tsukushi A Round Gothic Regular" panose="02020400000000000000" pitchFamily="18" charset="-128"/>
              </a:rPr>
              <a:t>『</a:t>
            </a:r>
            <a:r>
              <a:rPr kumimoji="1" lang="ja-JP" altLang="en-US">
                <a:latin typeface="Tsukushi A Round Gothic Regular" panose="02020400000000000000" pitchFamily="18" charset="-128"/>
                <a:ea typeface="Tsukushi A Round Gothic Regular" panose="02020400000000000000" pitchFamily="18" charset="-128"/>
              </a:rPr>
              <a:t>ピルって実際どうなの？</a:t>
            </a:r>
            <a:r>
              <a:rPr kumimoji="1" lang="en-US" altLang="ja-JP" dirty="0">
                <a:latin typeface="Tsukushi A Round Gothic Regular" panose="02020400000000000000" pitchFamily="18" charset="-128"/>
                <a:ea typeface="Tsukushi A Round Gothic Regular" panose="02020400000000000000" pitchFamily="18" charset="-128"/>
              </a:rPr>
              <a:t>』</a:t>
            </a:r>
            <a:r>
              <a:rPr kumimoji="1" lang="ja-JP" altLang="en-US">
                <a:latin typeface="Tsukushi A Round Gothic Regular" panose="02020400000000000000" pitchFamily="18" charset="-128"/>
                <a:ea typeface="Tsukushi A Round Gothic Regular" panose="02020400000000000000" pitchFamily="18" charset="-128"/>
              </a:rPr>
              <a:t>という</a:t>
            </a:r>
            <a:endParaRPr kumimoji="1" lang="en-US" altLang="ja-JP" dirty="0">
              <a:latin typeface="Tsukushi A Round Gothic Regular" panose="02020400000000000000" pitchFamily="18" charset="-128"/>
              <a:ea typeface="Tsukushi A Round Gothic Regular" panose="02020400000000000000" pitchFamily="18" charset="-128"/>
            </a:endParaRPr>
          </a:p>
          <a:p>
            <a:r>
              <a:rPr kumimoji="1" lang="ja-JP" altLang="en-US">
                <a:latin typeface="Tsukushi A Round Gothic Regular" panose="02020400000000000000" pitchFamily="18" charset="-128"/>
                <a:ea typeface="Tsukushi A Round Gothic Regular" panose="02020400000000000000" pitchFamily="18" charset="-128"/>
              </a:rPr>
              <a:t>記事しか作成できていない</a:t>
            </a:r>
            <a:endParaRPr kumimoji="1" lang="en-US" altLang="ja-JP" dirty="0">
              <a:latin typeface="Tsukushi A Round Gothic Regular" panose="02020400000000000000" pitchFamily="18" charset="-128"/>
              <a:ea typeface="Tsukushi A Round Gothic Regular" panose="02020400000000000000" pitchFamily="18" charset="-128"/>
            </a:endParaRPr>
          </a:p>
          <a:p>
            <a:endParaRPr kumimoji="1" lang="en-US" altLang="ja-JP" dirty="0">
              <a:latin typeface="Tsukushi A Round Gothic Regular" panose="02020400000000000000" pitchFamily="18" charset="-128"/>
              <a:ea typeface="Tsukushi A Round Gothic Regular" panose="02020400000000000000" pitchFamily="18" charset="-128"/>
            </a:endParaRPr>
          </a:p>
          <a:p>
            <a:r>
              <a:rPr kumimoji="1" lang="ja-JP" altLang="en-US">
                <a:latin typeface="Tsukushi A Round Gothic Regular" panose="02020400000000000000" pitchFamily="18" charset="-128"/>
                <a:ea typeface="Tsukushi A Round Gothic Regular" panose="02020400000000000000" pitchFamily="18" charset="-128"/>
              </a:rPr>
              <a:t>提出までに増やします！</a:t>
            </a:r>
            <a:endParaRPr kumimoji="1" lang="en-US" altLang="ja-JP" dirty="0">
              <a:latin typeface="Tsukushi A Round Gothic Regular" panose="02020400000000000000" pitchFamily="18" charset="-128"/>
              <a:ea typeface="Tsukushi A Round Gothic Regular" panose="02020400000000000000" pitchFamily="18" charset="-128"/>
            </a:endParaRPr>
          </a:p>
        </p:txBody>
      </p:sp>
      <p:pic>
        <p:nvPicPr>
          <p:cNvPr id="6" name="図 5">
            <a:extLst>
              <a:ext uri="{FF2B5EF4-FFF2-40B4-BE49-F238E27FC236}">
                <a16:creationId xmlns:a16="http://schemas.microsoft.com/office/drawing/2014/main" id="{3E44AA56-2BF8-E2C3-54E5-8865FFE012F9}"/>
              </a:ext>
            </a:extLst>
          </p:cNvPr>
          <p:cNvPicPr>
            <a:picLocks noChangeAspect="1"/>
          </p:cNvPicPr>
          <p:nvPr/>
        </p:nvPicPr>
        <p:blipFill>
          <a:blip r:embed="rId3"/>
          <a:stretch>
            <a:fillRect/>
          </a:stretch>
        </p:blipFill>
        <p:spPr>
          <a:xfrm>
            <a:off x="4176583" y="194741"/>
            <a:ext cx="4722675" cy="3651299"/>
          </a:xfrm>
          <a:prstGeom prst="rect">
            <a:avLst/>
          </a:prstGeom>
        </p:spPr>
      </p:pic>
    </p:spTree>
    <p:extLst>
      <p:ext uri="{BB962C8B-B14F-4D97-AF65-F5344CB8AC3E}">
        <p14:creationId xmlns:p14="http://schemas.microsoft.com/office/powerpoint/2010/main" val="2984324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31" name="Google Shape;988;p33">
            <a:extLst>
              <a:ext uri="{FF2B5EF4-FFF2-40B4-BE49-F238E27FC236}">
                <a16:creationId xmlns:a16="http://schemas.microsoft.com/office/drawing/2014/main" id="{121992EA-3E59-6618-3942-9DEA1A9AEC89}"/>
              </a:ext>
            </a:extLst>
          </p:cNvPr>
          <p:cNvSpPr txBox="1">
            <a:spLocks noGrp="1"/>
          </p:cNvSpPr>
          <p:nvPr>
            <p:ph type="title"/>
          </p:nvPr>
        </p:nvSpPr>
        <p:spPr>
          <a:xfrm>
            <a:off x="312226" y="249194"/>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ja-JP" altLang="en-US" sz="2000" b="1">
                <a:latin typeface="Tsukushi A Round Gothic Bold" panose="02020400000000000000" pitchFamily="18" charset="-128"/>
                <a:ea typeface="Tsukushi A Round Gothic Bold" panose="02020400000000000000" pitchFamily="18" charset="-128"/>
              </a:rPr>
              <a:t>実際にサイトを見てもらった人の意見（男女</a:t>
            </a:r>
            <a:r>
              <a:rPr lang="en-US" altLang="ja-JP" sz="2000" b="1" dirty="0">
                <a:latin typeface="Tsukushi A Round Gothic Bold" panose="02020400000000000000" pitchFamily="18" charset="-128"/>
                <a:ea typeface="Tsukushi A Round Gothic Bold" panose="02020400000000000000" pitchFamily="18" charset="-128"/>
              </a:rPr>
              <a:t>5</a:t>
            </a:r>
            <a:r>
              <a:rPr lang="ja-JP" altLang="en-US" sz="2000" b="1">
                <a:latin typeface="Tsukushi A Round Gothic Bold" panose="02020400000000000000" pitchFamily="18" charset="-128"/>
                <a:ea typeface="Tsukushi A Round Gothic Bold" panose="02020400000000000000" pitchFamily="18" charset="-128"/>
              </a:rPr>
              <a:t>人）</a:t>
            </a:r>
            <a:endParaRPr sz="2000" b="1" dirty="0">
              <a:latin typeface="Tsukushi A Round Gothic Bold" panose="02020400000000000000" pitchFamily="18" charset="-128"/>
              <a:ea typeface="Tsukushi A Round Gothic Bold" panose="02020400000000000000" pitchFamily="18" charset="-128"/>
            </a:endParaRPr>
          </a:p>
        </p:txBody>
      </p:sp>
      <p:pic>
        <p:nvPicPr>
          <p:cNvPr id="4" name="グラフィックス 3" descr="男性のプロフィール">
            <a:extLst>
              <a:ext uri="{FF2B5EF4-FFF2-40B4-BE49-F238E27FC236}">
                <a16:creationId xmlns:a16="http://schemas.microsoft.com/office/drawing/2014/main" id="{5A429054-B859-24DF-8289-E0B795902B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2573" y="3251372"/>
            <a:ext cx="914400" cy="914400"/>
          </a:xfrm>
          <a:prstGeom prst="rect">
            <a:avLst/>
          </a:prstGeom>
        </p:spPr>
      </p:pic>
      <p:pic>
        <p:nvPicPr>
          <p:cNvPr id="6" name="グラフィックス 5" descr="女性のプロフィール">
            <a:extLst>
              <a:ext uri="{FF2B5EF4-FFF2-40B4-BE49-F238E27FC236}">
                <a16:creationId xmlns:a16="http://schemas.microsoft.com/office/drawing/2014/main" id="{13DBD60A-54EA-B0C4-DC9E-F67509BA2C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61542" y="3215846"/>
            <a:ext cx="914400" cy="914400"/>
          </a:xfrm>
          <a:prstGeom prst="rect">
            <a:avLst/>
          </a:prstGeom>
        </p:spPr>
      </p:pic>
      <p:pic>
        <p:nvPicPr>
          <p:cNvPr id="7" name="グラフィックス 6" descr="女性のプロフィール">
            <a:extLst>
              <a:ext uri="{FF2B5EF4-FFF2-40B4-BE49-F238E27FC236}">
                <a16:creationId xmlns:a16="http://schemas.microsoft.com/office/drawing/2014/main" id="{D6D540BD-0576-FBAB-80AB-A168B47CA1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78596" y="3251372"/>
            <a:ext cx="914400" cy="914400"/>
          </a:xfrm>
          <a:prstGeom prst="rect">
            <a:avLst/>
          </a:prstGeom>
        </p:spPr>
      </p:pic>
      <p:pic>
        <p:nvPicPr>
          <p:cNvPr id="8" name="グラフィックス 7" descr="男性のプロフィール">
            <a:extLst>
              <a:ext uri="{FF2B5EF4-FFF2-40B4-BE49-F238E27FC236}">
                <a16:creationId xmlns:a16="http://schemas.microsoft.com/office/drawing/2014/main" id="{ED66C136-AEC6-AE24-A003-8F841DDBF4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8795" y="3364127"/>
            <a:ext cx="914400" cy="914400"/>
          </a:xfrm>
          <a:prstGeom prst="rect">
            <a:avLst/>
          </a:prstGeom>
        </p:spPr>
      </p:pic>
      <p:pic>
        <p:nvPicPr>
          <p:cNvPr id="10" name="グラフィックス 9" descr="男性のプロフィール">
            <a:extLst>
              <a:ext uri="{FF2B5EF4-FFF2-40B4-BE49-F238E27FC236}">
                <a16:creationId xmlns:a16="http://schemas.microsoft.com/office/drawing/2014/main" id="{E3D1C943-D013-B935-13A6-F3D89A757B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07026" y="3520646"/>
            <a:ext cx="914400" cy="914400"/>
          </a:xfrm>
          <a:prstGeom prst="rect">
            <a:avLst/>
          </a:prstGeom>
        </p:spPr>
      </p:pic>
      <p:sp>
        <p:nvSpPr>
          <p:cNvPr id="12" name="テキスト ボックス 11">
            <a:extLst>
              <a:ext uri="{FF2B5EF4-FFF2-40B4-BE49-F238E27FC236}">
                <a16:creationId xmlns:a16="http://schemas.microsoft.com/office/drawing/2014/main" id="{036420DF-2B1D-68C5-5C9F-5CEBC8FD6496}"/>
              </a:ext>
            </a:extLst>
          </p:cNvPr>
          <p:cNvSpPr txBox="1"/>
          <p:nvPr/>
        </p:nvSpPr>
        <p:spPr>
          <a:xfrm>
            <a:off x="803191" y="1246344"/>
            <a:ext cx="3768809" cy="461665"/>
          </a:xfrm>
          <a:prstGeom prst="rect">
            <a:avLst/>
          </a:prstGeom>
          <a:noFill/>
        </p:spPr>
        <p:txBody>
          <a:bodyPr wrap="square" rtlCol="0">
            <a:spAutoFit/>
          </a:bodyPr>
          <a:lstStyle/>
          <a:p>
            <a:r>
              <a:rPr kumimoji="1" lang="ja-JP" altLang="en-US" sz="1200">
                <a:latin typeface="Tsukushi A Round Gothic Regular" panose="02020400000000000000" pitchFamily="18" charset="-128"/>
                <a:ea typeface="Tsukushi A Round Gothic Regular" panose="02020400000000000000" pitchFamily="18" charset="-128"/>
              </a:rPr>
              <a:t>デザインとかアニメーションで</a:t>
            </a:r>
            <a:endParaRPr kumimoji="1" lang="en-US" altLang="ja-JP" sz="1200" dirty="0">
              <a:latin typeface="Tsukushi A Round Gothic Regular" panose="02020400000000000000" pitchFamily="18" charset="-128"/>
              <a:ea typeface="Tsukushi A Round Gothic Regular" panose="02020400000000000000" pitchFamily="18" charset="-128"/>
            </a:endParaRPr>
          </a:p>
          <a:p>
            <a:r>
              <a:rPr kumimoji="1" lang="ja-JP" altLang="en-US" sz="1200" b="1">
                <a:latin typeface="Tsukushi A Round Gothic Bold" panose="02020400000000000000" pitchFamily="18" charset="-128"/>
                <a:ea typeface="Tsukushi A Round Gothic Bold" panose="02020400000000000000" pitchFamily="18" charset="-128"/>
              </a:rPr>
              <a:t>もう少し惹きつける何かがあるといいね</a:t>
            </a:r>
            <a:r>
              <a:rPr kumimoji="1" lang="ja-JP" altLang="en-US" sz="1200">
                <a:latin typeface="Tsukushi A Round Gothic Regular" panose="02020400000000000000" pitchFamily="18" charset="-128"/>
                <a:ea typeface="Tsukushi A Round Gothic Regular" panose="02020400000000000000" pitchFamily="18" charset="-128"/>
              </a:rPr>
              <a:t>！</a:t>
            </a:r>
          </a:p>
        </p:txBody>
      </p:sp>
      <p:sp>
        <p:nvSpPr>
          <p:cNvPr id="13" name="テキスト ボックス 12">
            <a:extLst>
              <a:ext uri="{FF2B5EF4-FFF2-40B4-BE49-F238E27FC236}">
                <a16:creationId xmlns:a16="http://schemas.microsoft.com/office/drawing/2014/main" id="{3D2006FC-746A-D957-E117-9737AF5799D7}"/>
              </a:ext>
            </a:extLst>
          </p:cNvPr>
          <p:cNvSpPr txBox="1"/>
          <p:nvPr/>
        </p:nvSpPr>
        <p:spPr>
          <a:xfrm>
            <a:off x="4740604" y="1631345"/>
            <a:ext cx="3692236" cy="461665"/>
          </a:xfrm>
          <a:prstGeom prst="rect">
            <a:avLst/>
          </a:prstGeom>
          <a:noFill/>
        </p:spPr>
        <p:txBody>
          <a:bodyPr wrap="square" rtlCol="0">
            <a:spAutoFit/>
          </a:bodyPr>
          <a:lstStyle/>
          <a:p>
            <a:r>
              <a:rPr kumimoji="1" lang="ja-JP" altLang="en-US" sz="1200" b="1">
                <a:latin typeface="Tsukushi A Round Gothic Bold" panose="02020400000000000000" pitchFamily="18" charset="-128"/>
                <a:ea typeface="Tsukushi A Round Gothic Bold" panose="02020400000000000000" pitchFamily="18" charset="-128"/>
              </a:rPr>
              <a:t>そもそも女性が公の場で生理の話をするのは嫌かも</a:t>
            </a:r>
            <a:endParaRPr kumimoji="1" lang="en-US" altLang="ja-JP" sz="1200" b="1" dirty="0">
              <a:latin typeface="Tsukushi A Round Gothic Bold" panose="02020400000000000000" pitchFamily="18" charset="-128"/>
              <a:ea typeface="Tsukushi A Round Gothic Bold" panose="02020400000000000000" pitchFamily="18" charset="-128"/>
            </a:endParaRPr>
          </a:p>
          <a:p>
            <a:r>
              <a:rPr kumimoji="1" lang="ja-JP" altLang="en-US" sz="1200">
                <a:latin typeface="Tsukushi A Round Gothic Regular" panose="02020400000000000000" pitchFamily="18" charset="-128"/>
                <a:ea typeface="Tsukushi A Round Gothic Regular" panose="02020400000000000000" pitchFamily="18" charset="-128"/>
              </a:rPr>
              <a:t>けど</a:t>
            </a:r>
            <a:r>
              <a:rPr kumimoji="1" lang="en-US" altLang="ja-JP" sz="1200" dirty="0" err="1">
                <a:latin typeface="Tsukushi A Round Gothic Regular" panose="02020400000000000000" pitchFamily="18" charset="-128"/>
                <a:ea typeface="Tsukushi A Round Gothic Regular" panose="02020400000000000000" pitchFamily="18" charset="-128"/>
              </a:rPr>
              <a:t>TextBook</a:t>
            </a:r>
            <a:r>
              <a:rPr kumimoji="1" lang="ja-JP" altLang="en-US" sz="1200">
                <a:latin typeface="Tsukushi A Round Gothic Regular" panose="02020400000000000000" pitchFamily="18" charset="-128"/>
                <a:ea typeface="Tsukushi A Round Gothic Regular" panose="02020400000000000000" pitchFamily="18" charset="-128"/>
              </a:rPr>
              <a:t>は分かりやすかった！</a:t>
            </a:r>
          </a:p>
        </p:txBody>
      </p:sp>
      <p:sp>
        <p:nvSpPr>
          <p:cNvPr id="14" name="テキスト ボックス 13">
            <a:extLst>
              <a:ext uri="{FF2B5EF4-FFF2-40B4-BE49-F238E27FC236}">
                <a16:creationId xmlns:a16="http://schemas.microsoft.com/office/drawing/2014/main" id="{E3E5988D-DCB4-E8B9-AE2B-17EE6E326954}"/>
              </a:ext>
            </a:extLst>
          </p:cNvPr>
          <p:cNvSpPr txBox="1"/>
          <p:nvPr/>
        </p:nvSpPr>
        <p:spPr>
          <a:xfrm>
            <a:off x="1164317" y="2063745"/>
            <a:ext cx="3542958" cy="276999"/>
          </a:xfrm>
          <a:prstGeom prst="rect">
            <a:avLst/>
          </a:prstGeom>
          <a:noFill/>
        </p:spPr>
        <p:txBody>
          <a:bodyPr wrap="none" rtlCol="0">
            <a:spAutoFit/>
          </a:bodyPr>
          <a:lstStyle/>
          <a:p>
            <a:r>
              <a:rPr kumimoji="1" lang="ja-JP" altLang="en-US" sz="1200">
                <a:latin typeface="Tsukushi A Round Gothic Regular" panose="02020400000000000000" pitchFamily="18" charset="-128"/>
                <a:ea typeface="Tsukushi A Round Gothic Regular" panose="02020400000000000000" pitchFamily="18" charset="-128"/>
              </a:rPr>
              <a:t>メッセージや思い描いているものが良いと思う！</a:t>
            </a:r>
          </a:p>
        </p:txBody>
      </p:sp>
      <p:sp>
        <p:nvSpPr>
          <p:cNvPr id="15" name="テキスト ボックス 14">
            <a:extLst>
              <a:ext uri="{FF2B5EF4-FFF2-40B4-BE49-F238E27FC236}">
                <a16:creationId xmlns:a16="http://schemas.microsoft.com/office/drawing/2014/main" id="{085146B2-174E-3812-117E-149CA1913DAC}"/>
              </a:ext>
            </a:extLst>
          </p:cNvPr>
          <p:cNvSpPr txBox="1"/>
          <p:nvPr/>
        </p:nvSpPr>
        <p:spPr>
          <a:xfrm>
            <a:off x="6528795" y="2313070"/>
            <a:ext cx="1723549" cy="276999"/>
          </a:xfrm>
          <a:prstGeom prst="rect">
            <a:avLst/>
          </a:prstGeom>
          <a:noFill/>
        </p:spPr>
        <p:txBody>
          <a:bodyPr wrap="none" rtlCol="0">
            <a:spAutoFit/>
          </a:bodyPr>
          <a:lstStyle/>
          <a:p>
            <a:r>
              <a:rPr kumimoji="1" lang="ja-JP" altLang="en-US" sz="1200" b="1">
                <a:latin typeface="Tsukushi A Round Gothic Bold" panose="02020400000000000000" pitchFamily="18" charset="-128"/>
                <a:ea typeface="Tsukushi A Round Gothic Bold" panose="02020400000000000000" pitchFamily="18" charset="-128"/>
              </a:rPr>
              <a:t>コラムもっと読みたい</a:t>
            </a:r>
          </a:p>
        </p:txBody>
      </p:sp>
      <p:sp>
        <p:nvSpPr>
          <p:cNvPr id="16" name="テキスト ボックス 15">
            <a:extLst>
              <a:ext uri="{FF2B5EF4-FFF2-40B4-BE49-F238E27FC236}">
                <a16:creationId xmlns:a16="http://schemas.microsoft.com/office/drawing/2014/main" id="{8A25C6A4-3B9A-B699-DD2F-A8C6978E22FE}"/>
              </a:ext>
            </a:extLst>
          </p:cNvPr>
          <p:cNvSpPr txBox="1"/>
          <p:nvPr/>
        </p:nvSpPr>
        <p:spPr>
          <a:xfrm>
            <a:off x="2655449" y="2695449"/>
            <a:ext cx="3627916" cy="276999"/>
          </a:xfrm>
          <a:prstGeom prst="rect">
            <a:avLst/>
          </a:prstGeom>
          <a:noFill/>
        </p:spPr>
        <p:txBody>
          <a:bodyPr wrap="none" rtlCol="0">
            <a:spAutoFit/>
          </a:bodyPr>
          <a:lstStyle/>
          <a:p>
            <a:r>
              <a:rPr kumimoji="1" lang="en-US" altLang="ja-JP" sz="1200" b="1" dirty="0">
                <a:latin typeface="Tsukushi A Round Gothic Bold" panose="02020400000000000000" pitchFamily="18" charset="-128"/>
                <a:ea typeface="Tsukushi A Round Gothic Bold" panose="02020400000000000000" pitchFamily="18" charset="-128"/>
              </a:rPr>
              <a:t>My</a:t>
            </a:r>
            <a:r>
              <a:rPr kumimoji="1" lang="ja-JP" altLang="en-US" sz="1200" b="1">
                <a:latin typeface="Tsukushi A Round Gothic Bold" panose="02020400000000000000" pitchFamily="18" charset="-128"/>
                <a:ea typeface="Tsukushi A Round Gothic Bold" panose="02020400000000000000" pitchFamily="18" charset="-128"/>
              </a:rPr>
              <a:t>教科書の使い方</a:t>
            </a:r>
            <a:r>
              <a:rPr kumimoji="1" lang="ja-JP" altLang="en-US" sz="1200">
                <a:latin typeface="Tsukushi A Round Gothic Regular" panose="02020400000000000000" pitchFamily="18" charset="-128"/>
                <a:ea typeface="Tsukushi A Round Gothic Regular" panose="02020400000000000000" pitchFamily="18" charset="-128"/>
              </a:rPr>
              <a:t>をもっとしっかり教えてほしい</a:t>
            </a:r>
          </a:p>
        </p:txBody>
      </p:sp>
    </p:spTree>
    <p:extLst>
      <p:ext uri="{BB962C8B-B14F-4D97-AF65-F5344CB8AC3E}">
        <p14:creationId xmlns:p14="http://schemas.microsoft.com/office/powerpoint/2010/main" val="3987650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2FEB311-743B-F55D-EDF3-44B755ED7343}"/>
              </a:ext>
            </a:extLst>
          </p:cNvPr>
          <p:cNvSpPr txBox="1"/>
          <p:nvPr/>
        </p:nvSpPr>
        <p:spPr>
          <a:xfrm>
            <a:off x="1087394" y="1297459"/>
            <a:ext cx="4083169" cy="584775"/>
          </a:xfrm>
          <a:prstGeom prst="rect">
            <a:avLst/>
          </a:prstGeom>
          <a:noFill/>
        </p:spPr>
        <p:txBody>
          <a:bodyPr wrap="none" rtlCol="0">
            <a:spAutoFit/>
          </a:bodyPr>
          <a:lstStyle/>
          <a:p>
            <a:r>
              <a:rPr kumimoji="1" lang="ja-JP" altLang="en-US" sz="1600">
                <a:solidFill>
                  <a:schemeClr val="accent2"/>
                </a:solidFill>
                <a:latin typeface="Tsukushi A Round Gothic Regular" panose="02020400000000000000" pitchFamily="18" charset="-128"/>
                <a:ea typeface="Tsukushi A Round Gothic Regular" panose="02020400000000000000" pitchFamily="18" charset="-128"/>
              </a:rPr>
              <a:t>この意見と今日のフィードバックを基に、</a:t>
            </a:r>
            <a:endParaRPr kumimoji="1" lang="en-US" altLang="ja-JP" sz="1600" dirty="0">
              <a:solidFill>
                <a:schemeClr val="accent2"/>
              </a:solidFill>
              <a:latin typeface="Tsukushi A Round Gothic Regular" panose="02020400000000000000" pitchFamily="18" charset="-128"/>
              <a:ea typeface="Tsukushi A Round Gothic Regular" panose="02020400000000000000" pitchFamily="18" charset="-128"/>
            </a:endParaRPr>
          </a:p>
          <a:p>
            <a:r>
              <a:rPr kumimoji="1" lang="ja-JP" altLang="en-US" sz="1600">
                <a:solidFill>
                  <a:schemeClr val="accent2"/>
                </a:solidFill>
                <a:latin typeface="Tsukushi A Round Gothic Regular" panose="02020400000000000000" pitchFamily="18" charset="-128"/>
                <a:ea typeface="Tsukushi A Round Gothic Regular" panose="02020400000000000000" pitchFamily="18" charset="-128"/>
              </a:rPr>
              <a:t>提出までの約</a:t>
            </a:r>
            <a:r>
              <a:rPr kumimoji="1" lang="en-US" altLang="ja-JP" sz="1600" dirty="0">
                <a:solidFill>
                  <a:schemeClr val="accent2"/>
                </a:solidFill>
                <a:latin typeface="Tsukushi A Round Gothic Regular" panose="02020400000000000000" pitchFamily="18" charset="-128"/>
                <a:ea typeface="Tsukushi A Round Gothic Regular" panose="02020400000000000000" pitchFamily="18" charset="-128"/>
              </a:rPr>
              <a:t>3</a:t>
            </a:r>
            <a:r>
              <a:rPr kumimoji="1" lang="ja-JP" altLang="en-US" sz="1600">
                <a:solidFill>
                  <a:schemeClr val="accent2"/>
                </a:solidFill>
                <a:latin typeface="Tsukushi A Round Gothic Regular" panose="02020400000000000000" pitchFamily="18" charset="-128"/>
                <a:ea typeface="Tsukushi A Round Gothic Regular" panose="02020400000000000000" pitchFamily="18" charset="-128"/>
              </a:rPr>
              <a:t>週間で</a:t>
            </a:r>
            <a:r>
              <a:rPr kumimoji="1" lang="en-US" altLang="ja-JP" sz="1600" dirty="0">
                <a:solidFill>
                  <a:schemeClr val="accent2"/>
                </a:solidFill>
                <a:latin typeface="Tsukushi A Round Gothic Regular" panose="02020400000000000000" pitchFamily="18" charset="-128"/>
                <a:ea typeface="Tsukushi A Round Gothic Regular" panose="02020400000000000000" pitchFamily="18" charset="-128"/>
              </a:rPr>
              <a:t>…</a:t>
            </a:r>
            <a:endParaRPr kumimoji="1" lang="ja-JP" altLang="en-US" sz="1600">
              <a:solidFill>
                <a:schemeClr val="accent2"/>
              </a:solidFill>
              <a:latin typeface="Tsukushi A Round Gothic Regular" panose="02020400000000000000" pitchFamily="18" charset="-128"/>
              <a:ea typeface="Tsukushi A Round Gothic Regular" panose="02020400000000000000" pitchFamily="18" charset="-128"/>
            </a:endParaRPr>
          </a:p>
        </p:txBody>
      </p:sp>
      <p:sp>
        <p:nvSpPr>
          <p:cNvPr id="5" name="テキスト ボックス 4">
            <a:extLst>
              <a:ext uri="{FF2B5EF4-FFF2-40B4-BE49-F238E27FC236}">
                <a16:creationId xmlns:a16="http://schemas.microsoft.com/office/drawing/2014/main" id="{E36340E4-7E09-676F-7F91-D2B724332806}"/>
              </a:ext>
            </a:extLst>
          </p:cNvPr>
          <p:cNvSpPr txBox="1"/>
          <p:nvPr/>
        </p:nvSpPr>
        <p:spPr>
          <a:xfrm>
            <a:off x="2224242" y="2135028"/>
            <a:ext cx="4695516" cy="1704441"/>
          </a:xfrm>
          <a:prstGeom prst="rect">
            <a:avLst/>
          </a:prstGeom>
          <a:noFill/>
        </p:spPr>
        <p:txBody>
          <a:bodyPr wrap="none" rtlCol="0">
            <a:spAutoFit/>
          </a:bodyPr>
          <a:lstStyle/>
          <a:p>
            <a:pPr>
              <a:lnSpc>
                <a:spcPct val="150000"/>
              </a:lnSpc>
            </a:pPr>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・デザインの垢抜け</a:t>
            </a:r>
            <a:endParaRPr kumimoji="1" lang="en-US" altLang="ja-JP" sz="1800" b="1" dirty="0">
              <a:solidFill>
                <a:schemeClr val="accent2"/>
              </a:solidFill>
              <a:latin typeface="Tsukushi A Round Gothic Bold" panose="02020400000000000000" pitchFamily="18" charset="-128"/>
              <a:ea typeface="Tsukushi A Round Gothic Bold" panose="02020400000000000000" pitchFamily="18" charset="-128"/>
            </a:endParaRPr>
          </a:p>
          <a:p>
            <a:pPr>
              <a:lnSpc>
                <a:spcPct val="150000"/>
              </a:lnSpc>
            </a:pPr>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・コラムページをプラス</a:t>
            </a:r>
            <a:r>
              <a:rPr kumimoji="1" lang="en-US" altLang="ja-JP" sz="1800" b="1" dirty="0">
                <a:solidFill>
                  <a:schemeClr val="accent2"/>
                </a:solidFill>
                <a:latin typeface="Tsukushi A Round Gothic Bold" panose="02020400000000000000" pitchFamily="18" charset="-128"/>
                <a:ea typeface="Tsukushi A Round Gothic Bold" panose="02020400000000000000" pitchFamily="18" charset="-128"/>
              </a:rPr>
              <a:t>2</a:t>
            </a:r>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本作成</a:t>
            </a:r>
            <a:endParaRPr kumimoji="1" lang="en-US" altLang="ja-JP" sz="1800" b="1" dirty="0">
              <a:solidFill>
                <a:schemeClr val="accent2"/>
              </a:solidFill>
              <a:latin typeface="Tsukushi A Round Gothic Bold" panose="02020400000000000000" pitchFamily="18" charset="-128"/>
              <a:ea typeface="Tsukushi A Round Gothic Bold" panose="02020400000000000000" pitchFamily="18" charset="-128"/>
            </a:endParaRPr>
          </a:p>
          <a:p>
            <a:pPr>
              <a:lnSpc>
                <a:spcPct val="150000"/>
              </a:lnSpc>
            </a:pPr>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a:t>
            </a:r>
            <a:r>
              <a:rPr kumimoji="1" lang="en-US" altLang="ja-JP" sz="1800" b="1" dirty="0">
                <a:solidFill>
                  <a:schemeClr val="accent2"/>
                </a:solidFill>
                <a:latin typeface="Tsukushi A Round Gothic Bold" panose="02020400000000000000" pitchFamily="18" charset="-128"/>
                <a:ea typeface="Tsukushi A Round Gothic Bold" panose="02020400000000000000" pitchFamily="18" charset="-128"/>
              </a:rPr>
              <a:t>My</a:t>
            </a:r>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教科書の使い方を掲載</a:t>
            </a:r>
            <a:endParaRPr kumimoji="1" lang="en-US" altLang="ja-JP" sz="1800" b="1" dirty="0">
              <a:solidFill>
                <a:schemeClr val="accent2"/>
              </a:solidFill>
              <a:latin typeface="Tsukushi A Round Gothic Bold" panose="02020400000000000000" pitchFamily="18" charset="-128"/>
              <a:ea typeface="Tsukushi A Round Gothic Bold" panose="02020400000000000000" pitchFamily="18" charset="-128"/>
            </a:endParaRPr>
          </a:p>
          <a:p>
            <a:pPr>
              <a:lnSpc>
                <a:spcPct val="150000"/>
              </a:lnSpc>
            </a:pPr>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a:t>
            </a:r>
            <a:r>
              <a:rPr kumimoji="1" lang="en-US" altLang="ja-JP" sz="1800" b="1" dirty="0">
                <a:solidFill>
                  <a:schemeClr val="accent2"/>
                </a:solidFill>
                <a:latin typeface="Tsukushi A Round Gothic Bold" panose="02020400000000000000" pitchFamily="18" charset="-128"/>
                <a:ea typeface="Tsukushi A Round Gothic Bold" panose="02020400000000000000" pitchFamily="18" charset="-128"/>
              </a:rPr>
              <a:t>My</a:t>
            </a:r>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教科書を共有する</a:t>
            </a:r>
            <a:r>
              <a:rPr kumimoji="1" lang="en-US" altLang="ja-JP" sz="1800" b="1" dirty="0">
                <a:solidFill>
                  <a:schemeClr val="accent2"/>
                </a:solidFill>
                <a:latin typeface="Tsukushi A Round Gothic Bold" panose="02020400000000000000" pitchFamily="18" charset="-128"/>
                <a:ea typeface="Tsukushi A Round Gothic Bold" panose="02020400000000000000" pitchFamily="18" charset="-128"/>
              </a:rPr>
              <a:t>LINE</a:t>
            </a:r>
            <a:r>
              <a:rPr kumimoji="1" lang="ja-JP" altLang="en-US" sz="1800" b="1">
                <a:solidFill>
                  <a:schemeClr val="accent2"/>
                </a:solidFill>
                <a:latin typeface="Tsukushi A Round Gothic Bold" panose="02020400000000000000" pitchFamily="18" charset="-128"/>
                <a:ea typeface="Tsukushi A Round Gothic Bold" panose="02020400000000000000" pitchFamily="18" charset="-128"/>
              </a:rPr>
              <a:t>ボタンの見た目</a:t>
            </a:r>
          </a:p>
        </p:txBody>
      </p:sp>
    </p:spTree>
    <p:extLst>
      <p:ext uri="{BB962C8B-B14F-4D97-AF65-F5344CB8AC3E}">
        <p14:creationId xmlns:p14="http://schemas.microsoft.com/office/powerpoint/2010/main" val="4038789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E1969BA-D7B5-3888-841C-D0C8C79A24ED}"/>
              </a:ext>
            </a:extLst>
          </p:cNvPr>
          <p:cNvSpPr txBox="1"/>
          <p:nvPr/>
        </p:nvSpPr>
        <p:spPr>
          <a:xfrm>
            <a:off x="1786622" y="1912114"/>
            <a:ext cx="5570756" cy="1319272"/>
          </a:xfrm>
          <a:prstGeom prst="rect">
            <a:avLst/>
          </a:prstGeom>
          <a:noFill/>
        </p:spPr>
        <p:txBody>
          <a:bodyPr wrap="none" rtlCol="0">
            <a:spAutoFit/>
          </a:bodyPr>
          <a:lstStyle/>
          <a:p>
            <a:pPr algn="ctr">
              <a:lnSpc>
                <a:spcPct val="200000"/>
              </a:lnSpc>
            </a:pPr>
            <a:r>
              <a:rPr kumimoji="1" lang="ja-JP" altLang="en-US">
                <a:solidFill>
                  <a:schemeClr val="accent2"/>
                </a:solidFill>
                <a:latin typeface="Tsukushi A Round Gothic Regular" panose="02020400000000000000" pitchFamily="18" charset="-128"/>
                <a:ea typeface="Tsukushi A Round Gothic Regular" panose="02020400000000000000" pitchFamily="18" charset="-128"/>
              </a:rPr>
              <a:t>生理を公の場で話すことや、それを聞くことに抵抗がある人は多い</a:t>
            </a:r>
            <a:endParaRPr kumimoji="1" lang="en-US" altLang="ja-JP" dirty="0">
              <a:solidFill>
                <a:schemeClr val="accent2"/>
              </a:solidFill>
              <a:latin typeface="Tsukushi A Round Gothic Regular" panose="02020400000000000000" pitchFamily="18" charset="-128"/>
              <a:ea typeface="Tsukushi A Round Gothic Regular" panose="02020400000000000000" pitchFamily="18" charset="-128"/>
            </a:endParaRPr>
          </a:p>
          <a:p>
            <a:pPr algn="ctr">
              <a:lnSpc>
                <a:spcPct val="200000"/>
              </a:lnSpc>
            </a:pPr>
            <a:r>
              <a:rPr kumimoji="1" lang="ja-JP" altLang="en-US" b="1">
                <a:solidFill>
                  <a:schemeClr val="accent2"/>
                </a:solidFill>
                <a:latin typeface="Tsukushi A Round Gothic Bold" panose="02020400000000000000" pitchFamily="18" charset="-128"/>
                <a:ea typeface="Tsukushi A Round Gothic Bold" panose="02020400000000000000" pitchFamily="18" charset="-128"/>
              </a:rPr>
              <a:t>個人的に共有することを強要したくない！</a:t>
            </a:r>
            <a:endParaRPr kumimoji="1" lang="en-US" altLang="ja-JP" b="1" dirty="0">
              <a:solidFill>
                <a:schemeClr val="accent2"/>
              </a:solidFill>
              <a:latin typeface="Tsukushi A Round Gothic Bold" panose="02020400000000000000" pitchFamily="18" charset="-128"/>
              <a:ea typeface="Tsukushi A Round Gothic Bold" panose="02020400000000000000" pitchFamily="18" charset="-128"/>
            </a:endParaRPr>
          </a:p>
          <a:p>
            <a:pPr algn="ctr">
              <a:lnSpc>
                <a:spcPct val="200000"/>
              </a:lnSpc>
            </a:pPr>
            <a:r>
              <a:rPr kumimoji="1" lang="ja-JP" altLang="en-US" b="1">
                <a:solidFill>
                  <a:schemeClr val="accent2"/>
                </a:solidFill>
                <a:latin typeface="Tsukushi A Round Gothic Bold" panose="02020400000000000000" pitchFamily="18" charset="-128"/>
                <a:ea typeface="Tsukushi A Round Gothic Bold" panose="02020400000000000000" pitchFamily="18" charset="-128"/>
              </a:rPr>
              <a:t>そのあたりの伝え方に細心の注意が必要である！</a:t>
            </a:r>
          </a:p>
        </p:txBody>
      </p:sp>
    </p:spTree>
    <p:extLst>
      <p:ext uri="{BB962C8B-B14F-4D97-AF65-F5344CB8AC3E}">
        <p14:creationId xmlns:p14="http://schemas.microsoft.com/office/powerpoint/2010/main" val="323561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280"/>
        <p:cNvGrpSpPr/>
        <p:nvPr/>
      </p:nvGrpSpPr>
      <p:grpSpPr>
        <a:xfrm>
          <a:off x="0" y="0"/>
          <a:ext cx="0" cy="0"/>
          <a:chOff x="0" y="0"/>
          <a:chExt cx="0" cy="0"/>
        </a:xfrm>
      </p:grpSpPr>
      <p:sp>
        <p:nvSpPr>
          <p:cNvPr id="14" name="テキスト ボックス 13">
            <a:extLst>
              <a:ext uri="{FF2B5EF4-FFF2-40B4-BE49-F238E27FC236}">
                <a16:creationId xmlns:a16="http://schemas.microsoft.com/office/drawing/2014/main" id="{8616CFCE-BF6D-B094-5BA7-F07535520BBB}"/>
              </a:ext>
            </a:extLst>
          </p:cNvPr>
          <p:cNvSpPr txBox="1"/>
          <p:nvPr/>
        </p:nvSpPr>
        <p:spPr>
          <a:xfrm>
            <a:off x="2203403" y="580768"/>
            <a:ext cx="4737194" cy="2960939"/>
          </a:xfrm>
          <a:prstGeom prst="rect">
            <a:avLst/>
          </a:prstGeom>
          <a:noFill/>
        </p:spPr>
        <p:txBody>
          <a:bodyPr wrap="none" rtlCol="0">
            <a:spAutoFit/>
          </a:bodyPr>
          <a:lstStyle/>
          <a:p>
            <a:pPr>
              <a:lnSpc>
                <a:spcPct val="150000"/>
              </a:lnSpc>
            </a:pPr>
            <a:r>
              <a:rPr kumimoji="1" lang="en-US" altLang="ja-JP" dirty="0">
                <a:solidFill>
                  <a:schemeClr val="tx1"/>
                </a:solidFill>
                <a:latin typeface="Tsukushi A Round Gothic Regular" panose="02020400000000000000" pitchFamily="18" charset="-128"/>
                <a:ea typeface="Tsukushi A Round Gothic Regular" panose="02020400000000000000" pitchFamily="18" charset="-128"/>
              </a:rPr>
              <a:t>『</a:t>
            </a:r>
            <a:r>
              <a:rPr kumimoji="1" lang="ja-JP" altLang="en-US">
                <a:solidFill>
                  <a:schemeClr val="tx1"/>
                </a:solidFill>
                <a:latin typeface="Tsukushi A Round Gothic Regular" panose="02020400000000000000" pitchFamily="18" charset="-128"/>
                <a:ea typeface="Tsukushi A Round Gothic Regular" panose="02020400000000000000" pitchFamily="18" charset="-128"/>
              </a:rPr>
              <a:t>知る</a:t>
            </a:r>
            <a:r>
              <a:rPr kumimoji="1" lang="en-US" altLang="ja-JP" dirty="0">
                <a:solidFill>
                  <a:schemeClr val="tx1"/>
                </a:solidFill>
                <a:latin typeface="Tsukushi A Round Gothic Regular" panose="02020400000000000000" pitchFamily="18" charset="-128"/>
                <a:ea typeface="Tsukushi A Round Gothic Regular" panose="02020400000000000000" pitchFamily="18" charset="-128"/>
              </a:rPr>
              <a:t>』『</a:t>
            </a:r>
            <a:r>
              <a:rPr kumimoji="1" lang="ja-JP" altLang="en-US">
                <a:solidFill>
                  <a:schemeClr val="tx1"/>
                </a:solidFill>
                <a:latin typeface="Tsukushi A Round Gothic Regular" panose="02020400000000000000" pitchFamily="18" charset="-128"/>
                <a:ea typeface="Tsukushi A Round Gothic Regular" panose="02020400000000000000" pitchFamily="18" charset="-128"/>
              </a:rPr>
              <a:t>知ってもらう</a:t>
            </a:r>
            <a:r>
              <a:rPr kumimoji="1" lang="en-US" altLang="ja-JP" dirty="0">
                <a:solidFill>
                  <a:schemeClr val="tx1"/>
                </a:solidFill>
                <a:latin typeface="Tsukushi A Round Gothic Regular" panose="02020400000000000000" pitchFamily="18" charset="-128"/>
                <a:ea typeface="Tsukushi A Round Gothic Regular" panose="02020400000000000000" pitchFamily="18" charset="-128"/>
              </a:rPr>
              <a:t>』</a:t>
            </a:r>
            <a:r>
              <a:rPr kumimoji="1" lang="ja-JP" altLang="en-US">
                <a:solidFill>
                  <a:schemeClr val="tx1"/>
                </a:solidFill>
                <a:latin typeface="Tsukushi A Round Gothic Regular" panose="02020400000000000000" pitchFamily="18" charset="-128"/>
                <a:ea typeface="Tsukushi A Round Gothic Regular" panose="02020400000000000000" pitchFamily="18" charset="-128"/>
              </a:rPr>
              <a:t>こと</a:t>
            </a:r>
            <a:endParaRPr kumimoji="1" lang="en-US" altLang="ja-JP" dirty="0">
              <a:solidFill>
                <a:schemeClr val="tx1"/>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tx1"/>
                </a:solidFill>
                <a:latin typeface="Tsukushi A Round Gothic Regular" panose="02020400000000000000" pitchFamily="18" charset="-128"/>
                <a:ea typeface="Tsukushi A Round Gothic Regular" panose="02020400000000000000" pitchFamily="18" charset="-128"/>
              </a:rPr>
              <a:t>人間関係を築く上で大切なことです</a:t>
            </a:r>
            <a:endParaRPr kumimoji="1" lang="en-US" altLang="ja-JP" dirty="0">
              <a:solidFill>
                <a:schemeClr val="tx1"/>
              </a:solidFill>
              <a:latin typeface="Tsukushi A Round Gothic Regular" panose="02020400000000000000" pitchFamily="18" charset="-128"/>
              <a:ea typeface="Tsukushi A Round Gothic Regular" panose="02020400000000000000" pitchFamily="18" charset="-128"/>
            </a:endParaRPr>
          </a:p>
          <a:p>
            <a:pPr>
              <a:lnSpc>
                <a:spcPct val="150000"/>
              </a:lnSpc>
            </a:pPr>
            <a:endParaRPr kumimoji="1" lang="en-US" altLang="ja-JP" dirty="0">
              <a:solidFill>
                <a:schemeClr val="tx1"/>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tx1"/>
                </a:solidFill>
                <a:latin typeface="Tsukushi A Round Gothic Regular" panose="02020400000000000000" pitchFamily="18" charset="-128"/>
                <a:ea typeface="Tsukushi A Round Gothic Regular" panose="02020400000000000000" pitchFamily="18" charset="-128"/>
              </a:rPr>
              <a:t>勝手に大量の情報が流れ込んでくる現代</a:t>
            </a:r>
            <a:endParaRPr kumimoji="1" lang="en-US" altLang="ja-JP" dirty="0">
              <a:solidFill>
                <a:schemeClr val="tx1"/>
              </a:solidFill>
              <a:latin typeface="Tsukushi A Round Gothic Regular" panose="02020400000000000000" pitchFamily="18" charset="-128"/>
              <a:ea typeface="Tsukushi A Round Gothic Regular" panose="02020400000000000000" pitchFamily="18" charset="-128"/>
            </a:endParaRPr>
          </a:p>
          <a:p>
            <a:pPr>
              <a:lnSpc>
                <a:spcPct val="150000"/>
              </a:lnSpc>
            </a:pPr>
            <a:endParaRPr kumimoji="1" lang="en-US" altLang="ja-JP" dirty="0">
              <a:solidFill>
                <a:schemeClr val="tx1"/>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b="1">
                <a:solidFill>
                  <a:schemeClr val="tx1"/>
                </a:solidFill>
                <a:latin typeface="Tsukushi A Round Gothic Bold" panose="02020400000000000000" pitchFamily="18" charset="-128"/>
                <a:ea typeface="Tsukushi A Round Gothic Bold" panose="02020400000000000000" pitchFamily="18" charset="-128"/>
              </a:rPr>
              <a:t>自ら</a:t>
            </a:r>
            <a:r>
              <a:rPr kumimoji="1" lang="en-US" altLang="ja-JP" b="1" dirty="0">
                <a:solidFill>
                  <a:schemeClr val="tx1"/>
                </a:solidFill>
                <a:latin typeface="Tsukushi A Round Gothic Bold" panose="02020400000000000000" pitchFamily="18" charset="-128"/>
                <a:ea typeface="Tsukushi A Round Gothic Bold" panose="02020400000000000000" pitchFamily="18" charset="-128"/>
              </a:rPr>
              <a:t>『</a:t>
            </a:r>
            <a:r>
              <a:rPr kumimoji="1" lang="ja-JP" altLang="en-US" b="1">
                <a:solidFill>
                  <a:schemeClr val="tx1"/>
                </a:solidFill>
                <a:latin typeface="Tsukushi A Round Gothic Bold" panose="02020400000000000000" pitchFamily="18" charset="-128"/>
                <a:ea typeface="Tsukushi A Round Gothic Bold" panose="02020400000000000000" pitchFamily="18" charset="-128"/>
              </a:rPr>
              <a:t>知る</a:t>
            </a:r>
            <a:r>
              <a:rPr kumimoji="1" lang="en-US" altLang="ja-JP" b="1" dirty="0">
                <a:solidFill>
                  <a:schemeClr val="tx1"/>
                </a:solidFill>
                <a:latin typeface="Tsukushi A Round Gothic Bold" panose="02020400000000000000" pitchFamily="18" charset="-128"/>
                <a:ea typeface="Tsukushi A Round Gothic Bold" panose="02020400000000000000" pitchFamily="18" charset="-128"/>
              </a:rPr>
              <a:t>』『</a:t>
            </a:r>
            <a:r>
              <a:rPr kumimoji="1" lang="ja-JP" altLang="en-US" b="1">
                <a:solidFill>
                  <a:schemeClr val="tx1"/>
                </a:solidFill>
                <a:latin typeface="Tsukushi A Round Gothic Bold" panose="02020400000000000000" pitchFamily="18" charset="-128"/>
                <a:ea typeface="Tsukushi A Round Gothic Bold" panose="02020400000000000000" pitchFamily="18" charset="-128"/>
              </a:rPr>
              <a:t>知ってもらう</a:t>
            </a:r>
            <a:r>
              <a:rPr kumimoji="1" lang="en-US" altLang="ja-JP" b="1" dirty="0">
                <a:solidFill>
                  <a:schemeClr val="tx1"/>
                </a:solidFill>
                <a:latin typeface="Tsukushi A Round Gothic Bold" panose="02020400000000000000" pitchFamily="18" charset="-128"/>
                <a:ea typeface="Tsukushi A Round Gothic Bold" panose="02020400000000000000" pitchFamily="18" charset="-128"/>
              </a:rPr>
              <a:t>』</a:t>
            </a:r>
            <a:r>
              <a:rPr kumimoji="1" lang="ja-JP" altLang="en-US" b="1">
                <a:solidFill>
                  <a:schemeClr val="tx1"/>
                </a:solidFill>
                <a:latin typeface="Tsukushi A Round Gothic Bold" panose="02020400000000000000" pitchFamily="18" charset="-128"/>
                <a:ea typeface="Tsukushi A Round Gothic Bold" panose="02020400000000000000" pitchFamily="18" charset="-128"/>
              </a:rPr>
              <a:t>こと忘れていませんか？</a:t>
            </a:r>
            <a:endParaRPr kumimoji="1" lang="en-US" altLang="ja-JP" b="1" dirty="0">
              <a:solidFill>
                <a:schemeClr val="tx1"/>
              </a:solidFill>
              <a:latin typeface="Tsukushi A Round Gothic Bold" panose="02020400000000000000" pitchFamily="18" charset="-128"/>
              <a:ea typeface="Tsukushi A Round Gothic Bold" panose="02020400000000000000" pitchFamily="18" charset="-128"/>
            </a:endParaRPr>
          </a:p>
          <a:p>
            <a:pPr>
              <a:lnSpc>
                <a:spcPct val="150000"/>
              </a:lnSpc>
            </a:pPr>
            <a:endParaRPr kumimoji="1" lang="en-US" altLang="ja-JP" dirty="0">
              <a:solidFill>
                <a:schemeClr val="tx1"/>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en-US" altLang="ja-JP" dirty="0" err="1">
                <a:solidFill>
                  <a:schemeClr val="tx1"/>
                </a:solidFill>
                <a:latin typeface="Tsukushi A Round Gothic Regular" panose="02020400000000000000" pitchFamily="18" charset="-128"/>
                <a:ea typeface="Tsukushi A Round Gothic Regular" panose="02020400000000000000" pitchFamily="18" charset="-128"/>
              </a:rPr>
              <a:t>StrawberryWeek</a:t>
            </a:r>
            <a:r>
              <a:rPr kumimoji="1" lang="ja-JP" altLang="en-US">
                <a:solidFill>
                  <a:schemeClr val="tx1"/>
                </a:solidFill>
                <a:latin typeface="Tsukushi A Round Gothic Regular" panose="02020400000000000000" pitchFamily="18" charset="-128"/>
                <a:ea typeface="Tsukushi A Round Gothic Regular" panose="02020400000000000000" pitchFamily="18" charset="-128"/>
              </a:rPr>
              <a:t>が人と人との関係を築くツールとなり、</a:t>
            </a:r>
            <a:endParaRPr kumimoji="1" lang="en-US" altLang="ja-JP" dirty="0">
              <a:solidFill>
                <a:schemeClr val="tx1"/>
              </a:solidFill>
              <a:latin typeface="Tsukushi A Round Gothic Regular" panose="02020400000000000000" pitchFamily="18" charset="-128"/>
              <a:ea typeface="Tsukushi A Round Gothic Regular" panose="02020400000000000000" pitchFamily="18" charset="-128"/>
            </a:endParaRPr>
          </a:p>
          <a:p>
            <a:pPr>
              <a:lnSpc>
                <a:spcPct val="150000"/>
              </a:lnSpc>
            </a:pPr>
            <a:r>
              <a:rPr kumimoji="1" lang="ja-JP" altLang="en-US">
                <a:solidFill>
                  <a:schemeClr val="tx1"/>
                </a:solidFill>
                <a:latin typeface="Tsukushi A Round Gothic Regular" panose="02020400000000000000" pitchFamily="18" charset="-128"/>
                <a:ea typeface="Tsukushi A Round Gothic Regular" panose="02020400000000000000" pitchFamily="18" charset="-128"/>
              </a:rPr>
              <a:t>生理に悩む女性の支えになれたらと思っています。</a:t>
            </a:r>
            <a:endParaRPr kumimoji="1" lang="en-US" altLang="ja-JP" dirty="0">
              <a:solidFill>
                <a:schemeClr val="tx1"/>
              </a:solidFill>
              <a:latin typeface="Tsukushi A Round Gothic Regular" panose="02020400000000000000" pitchFamily="18" charset="-128"/>
              <a:ea typeface="Tsukushi A Round Gothic Regular" panose="02020400000000000000" pitchFamily="18" charset="-128"/>
            </a:endParaRPr>
          </a:p>
        </p:txBody>
      </p:sp>
      <p:sp>
        <p:nvSpPr>
          <p:cNvPr id="16" name="テキスト ボックス 15">
            <a:extLst>
              <a:ext uri="{FF2B5EF4-FFF2-40B4-BE49-F238E27FC236}">
                <a16:creationId xmlns:a16="http://schemas.microsoft.com/office/drawing/2014/main" id="{2C2AE8DB-A9B4-30D4-A8D5-8F16F583B9E9}"/>
              </a:ext>
            </a:extLst>
          </p:cNvPr>
          <p:cNvSpPr txBox="1"/>
          <p:nvPr/>
        </p:nvSpPr>
        <p:spPr>
          <a:xfrm>
            <a:off x="1812270" y="4224178"/>
            <a:ext cx="5519460" cy="338554"/>
          </a:xfrm>
          <a:prstGeom prst="rect">
            <a:avLst/>
          </a:prstGeom>
          <a:noFill/>
        </p:spPr>
        <p:txBody>
          <a:bodyPr wrap="none" rtlCol="0">
            <a:spAutoFit/>
          </a:bodyPr>
          <a:lstStyle/>
          <a:p>
            <a:r>
              <a:rPr kumimoji="1" lang="ja-JP" altLang="en-US" sz="1600" b="1">
                <a:solidFill>
                  <a:schemeClr val="accent2"/>
                </a:solidFill>
                <a:latin typeface="Tsukushi A Round Gothic Bold" panose="02020400000000000000" pitchFamily="18" charset="-128"/>
                <a:ea typeface="Tsukushi A Round Gothic Bold" panose="02020400000000000000" pitchFamily="18" charset="-128"/>
              </a:rPr>
              <a:t>辛い時に「つらい」「たすけて」と言いやすくなる時代へ</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3" name="タイトル 2">
            <a:extLst>
              <a:ext uri="{FF2B5EF4-FFF2-40B4-BE49-F238E27FC236}">
                <a16:creationId xmlns:a16="http://schemas.microsoft.com/office/drawing/2014/main" id="{8676D1DB-EBAB-5A40-C40D-42F24DBB9CFC}"/>
              </a:ext>
            </a:extLst>
          </p:cNvPr>
          <p:cNvSpPr>
            <a:spLocks noGrp="1"/>
          </p:cNvSpPr>
          <p:nvPr>
            <p:ph type="title"/>
          </p:nvPr>
        </p:nvSpPr>
        <p:spPr>
          <a:xfrm>
            <a:off x="2522432" y="3744279"/>
            <a:ext cx="4099135" cy="572700"/>
          </a:xfrm>
        </p:spPr>
        <p:txBody>
          <a:bodyPr/>
          <a:lstStyle/>
          <a:p>
            <a:pPr algn="l"/>
            <a:r>
              <a:rPr lang="en-US" altLang="ja-JP" b="1" dirty="0">
                <a:latin typeface="Tsukushi A Round Gothic Bold" panose="02020400000000000000" pitchFamily="18" charset="-128"/>
                <a:ea typeface="Tsukushi A Round Gothic Bold" panose="02020400000000000000" pitchFamily="18" charset="-128"/>
              </a:rPr>
              <a:t>Thank you for listening</a:t>
            </a:r>
            <a:endParaRPr lang="ja-JP" altLang="en-US" b="1">
              <a:latin typeface="Tsukushi A Round Gothic Bold" panose="02020400000000000000" pitchFamily="18" charset="-128"/>
              <a:ea typeface="Tsukushi A Round Gothic Bold" panose="02020400000000000000" pitchFamily="18" charset="-128"/>
            </a:endParaRPr>
          </a:p>
        </p:txBody>
      </p:sp>
      <p:pic>
        <p:nvPicPr>
          <p:cNvPr id="7" name="図 6">
            <a:extLst>
              <a:ext uri="{FF2B5EF4-FFF2-40B4-BE49-F238E27FC236}">
                <a16:creationId xmlns:a16="http://schemas.microsoft.com/office/drawing/2014/main" id="{5B3C7185-A781-DB20-686C-916EF5C7DA36}"/>
              </a:ext>
            </a:extLst>
          </p:cNvPr>
          <p:cNvPicPr>
            <a:picLocks noChangeAspect="1"/>
          </p:cNvPicPr>
          <p:nvPr/>
        </p:nvPicPr>
        <p:blipFill>
          <a:blip r:embed="rId3"/>
          <a:stretch>
            <a:fillRect/>
          </a:stretch>
        </p:blipFill>
        <p:spPr>
          <a:xfrm>
            <a:off x="3286124" y="826521"/>
            <a:ext cx="2571750" cy="2571750"/>
          </a:xfrm>
          <a:prstGeom prst="rect">
            <a:avLst/>
          </a:prstGeom>
        </p:spPr>
      </p:pic>
    </p:spTree>
    <p:extLst>
      <p:ext uri="{BB962C8B-B14F-4D97-AF65-F5344CB8AC3E}">
        <p14:creationId xmlns:p14="http://schemas.microsoft.com/office/powerpoint/2010/main" val="1856836930"/>
      </p:ext>
    </p:extLst>
  </p:cSld>
  <p:clrMapOvr>
    <a:masterClrMapping/>
  </p:clrMapOvr>
</p:sld>
</file>

<file path=ppt/theme/theme1.xml><?xml version="1.0" encoding="utf-8"?>
<a:theme xmlns:a="http://schemas.openxmlformats.org/drawingml/2006/main" name="Minimalist Thesis Defense by Slidesgo">
  <a:themeElements>
    <a:clrScheme name="Simple Light">
      <a:dk1>
        <a:srgbClr val="191919"/>
      </a:dk1>
      <a:lt1>
        <a:srgbClr val="FFFFFF"/>
      </a:lt1>
      <a:dk2>
        <a:srgbClr val="595959"/>
      </a:dk2>
      <a:lt2>
        <a:srgbClr val="EEEEEE"/>
      </a:lt2>
      <a:accent1>
        <a:srgbClr val="F9D4D0"/>
      </a:accent1>
      <a:accent2>
        <a:srgbClr val="EA5458"/>
      </a:accent2>
      <a:accent3>
        <a:srgbClr val="FEF2F0"/>
      </a:accent3>
      <a:accent4>
        <a:srgbClr val="FFFFFF"/>
      </a:accent4>
      <a:accent5>
        <a:srgbClr val="F9D4D0"/>
      </a:accent5>
      <a:accent6>
        <a:srgbClr val="EA5458"/>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1014</TotalTime>
  <Words>824</Words>
  <Application>Microsoft Macintosh PowerPoint</Application>
  <PresentationFormat>画面に合わせる (16:9)</PresentationFormat>
  <Paragraphs>120</Paragraphs>
  <Slides>23</Slides>
  <Notes>23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Roboto Slab Light</vt:lpstr>
      <vt:lpstr>Paytone One</vt:lpstr>
      <vt:lpstr>Tsukushi A Round Gothic Bold</vt:lpstr>
      <vt:lpstr>Arial</vt:lpstr>
      <vt:lpstr>Questrial</vt:lpstr>
      <vt:lpstr>Tsukushi A Round Gothic Regular</vt:lpstr>
      <vt:lpstr>Minimalist Thesis Defense by Slidesgo</vt:lpstr>
      <vt:lpstr>卒業制作　Strawberry Week  プレゼンテーション</vt:lpstr>
      <vt:lpstr>ATTENTION</vt:lpstr>
      <vt:lpstr>生理に悩みを抱えている日本人女性１万人のうちの割合は？</vt:lpstr>
      <vt:lpstr>生理に悩みを抱えている日本人女性１万人のうちの割合は？</vt:lpstr>
      <vt:lpstr>生理に悩みを抱えている日本人女性１万人のうちの割合は？</vt:lpstr>
      <vt:lpstr>男性でも身近にいる女性の生理で悩んでいる人がいます</vt:lpstr>
      <vt:lpstr>男性でも身近にいる女性の生理で悩んでいる人がいます</vt:lpstr>
      <vt:lpstr>男性でも身近にいる女性の生理で悩んでいる人がいます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ページの構成</vt:lpstr>
      <vt:lpstr>PowerPoint プレゼンテーション</vt:lpstr>
      <vt:lpstr>PowerPoint プレゼンテーション</vt:lpstr>
      <vt:lpstr>PowerPoint プレゼンテーション</vt:lpstr>
      <vt:lpstr>実際にサイトを見てもらった人の意見（男女5人）</vt:lpstr>
      <vt:lpstr>PowerPoint プレゼンテーション</vt:lpstr>
      <vt:lpstr>PowerPoint プレゼンテーション</vt:lpstr>
      <vt:lpstr>PowerPoint プレゼンテーション</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Thesis Defense.</dc:title>
  <cp:lastModifiedBy>Kotone Hayashi</cp:lastModifiedBy>
  <cp:revision>8</cp:revision>
  <dcterms:modified xsi:type="dcterms:W3CDTF">2024-12-21T05:16:34Z</dcterms:modified>
</cp:coreProperties>
</file>